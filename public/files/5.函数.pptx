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7" name="Shape 1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Shape 2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德罗斯特效应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18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 defTabSz="2438400">
              <a:lnSpc>
                <a:spcPct val="80000"/>
              </a:lnSpc>
              <a:defRPr spc="-128" sz="12800">
                <a:latin typeface="Canela Bold"/>
                <a:ea typeface="Canela Bold"/>
                <a:cs typeface="Canela Bold"/>
                <a:sym typeface="Canela Bold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19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 anchor="b"/>
          <a:lstStyle>
            <a:lvl1pPr defTabSz="584200"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hyperlink" Target="https://baike.baidu.com/item/%E6%96%90%E6%B3%A2%E9%82%A3%E5%A5%91/2037797?fromModule=lemma_inlink" TargetMode="Externa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语言程序设计"/>
          <p:cNvSpPr txBox="1"/>
          <p:nvPr/>
        </p:nvSpPr>
        <p:spPr>
          <a:xfrm>
            <a:off x="8252668" y="6013449"/>
            <a:ext cx="7878664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C语言程序设计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形参与实参"/>
          <p:cNvSpPr txBox="1"/>
          <p:nvPr/>
        </p:nvSpPr>
        <p:spPr>
          <a:xfrm>
            <a:off x="550397" y="4409468"/>
            <a:ext cx="2971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形参与实参</a:t>
            </a:r>
          </a:p>
        </p:txBody>
      </p:sp>
      <p:sp>
        <p:nvSpPr>
          <p:cNvPr id="132" name="字符输入输出函数"/>
          <p:cNvSpPr txBox="1"/>
          <p:nvPr/>
        </p:nvSpPr>
        <p:spPr>
          <a:xfrm>
            <a:off x="596362" y="5897266"/>
            <a:ext cx="4686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字符输入输出函数</a:t>
            </a:r>
          </a:p>
        </p:txBody>
      </p:sp>
      <p:grpSp>
        <p:nvGrpSpPr>
          <p:cNvPr id="13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3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3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36" name="文本框 14"/>
          <p:cNvSpPr txBox="1"/>
          <p:nvPr/>
        </p:nvSpPr>
        <p:spPr>
          <a:xfrm>
            <a:off x="1471629" y="835660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本节内容</a:t>
            </a:r>
          </a:p>
        </p:txBody>
      </p:sp>
      <p:sp>
        <p:nvSpPr>
          <p:cNvPr id="137" name="函数的声明语法"/>
          <p:cNvSpPr txBox="1"/>
          <p:nvPr/>
        </p:nvSpPr>
        <p:spPr>
          <a:xfrm>
            <a:off x="596362" y="2921670"/>
            <a:ext cx="4114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函数的声明语法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系统函数（库函数）"/>
          <p:cNvSpPr txBox="1"/>
          <p:nvPr/>
        </p:nvSpPr>
        <p:spPr>
          <a:xfrm>
            <a:off x="1247351" y="3512038"/>
            <a:ext cx="5257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系统函数（库函数）</a:t>
            </a:r>
          </a:p>
        </p:txBody>
      </p:sp>
      <p:sp>
        <p:nvSpPr>
          <p:cNvPr id="140" name="自定义函数"/>
          <p:cNvSpPr txBox="1"/>
          <p:nvPr/>
        </p:nvSpPr>
        <p:spPr>
          <a:xfrm>
            <a:off x="1247351" y="4818764"/>
            <a:ext cx="2971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自定义函数</a:t>
            </a:r>
          </a:p>
        </p:txBody>
      </p:sp>
      <p:grpSp>
        <p:nvGrpSpPr>
          <p:cNvPr id="143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4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4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44" name="文本框 14"/>
          <p:cNvSpPr txBox="1"/>
          <p:nvPr/>
        </p:nvSpPr>
        <p:spPr>
          <a:xfrm>
            <a:off x="1471629" y="835660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函数的分类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可以实现某个具体功能的代码块"/>
          <p:cNvSpPr txBox="1"/>
          <p:nvPr/>
        </p:nvSpPr>
        <p:spPr>
          <a:xfrm>
            <a:off x="1247351" y="3512038"/>
            <a:ext cx="8115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可以实现某个具体功能的代码块</a:t>
            </a:r>
          </a:p>
        </p:txBody>
      </p:sp>
      <p:sp>
        <p:nvSpPr>
          <p:cNvPr id="147" name="增加代码的复用性"/>
          <p:cNvSpPr txBox="1"/>
          <p:nvPr/>
        </p:nvSpPr>
        <p:spPr>
          <a:xfrm>
            <a:off x="1247351" y="4818764"/>
            <a:ext cx="4686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增加代码的复用性</a:t>
            </a:r>
          </a:p>
        </p:txBody>
      </p:sp>
      <p:sp>
        <p:nvSpPr>
          <p:cNvPr id="148" name="降低编程复杂度"/>
          <p:cNvSpPr txBox="1"/>
          <p:nvPr/>
        </p:nvSpPr>
        <p:spPr>
          <a:xfrm>
            <a:off x="1249761" y="6125490"/>
            <a:ext cx="4114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降低编程复杂度</a:t>
            </a:r>
          </a:p>
        </p:txBody>
      </p:sp>
      <p:sp>
        <p:nvSpPr>
          <p:cNvPr id="149" name="对内隐藏细节，对外暴露接口"/>
          <p:cNvSpPr txBox="1"/>
          <p:nvPr/>
        </p:nvSpPr>
        <p:spPr>
          <a:xfrm>
            <a:off x="1225106" y="8738942"/>
            <a:ext cx="7543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对内隐藏细节，对外暴露接口</a:t>
            </a:r>
          </a:p>
        </p:txBody>
      </p:sp>
      <p:sp>
        <p:nvSpPr>
          <p:cNvPr id="150" name="Rounded Rectangle"/>
          <p:cNvSpPr/>
          <p:nvPr/>
        </p:nvSpPr>
        <p:spPr>
          <a:xfrm>
            <a:off x="11273135" y="2882618"/>
            <a:ext cx="11079324" cy="7401121"/>
          </a:xfrm>
          <a:prstGeom prst="roundRect">
            <a:avLst>
              <a:gd name="adj" fmla="val 219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51" name="Rounded Rectangle"/>
          <p:cNvSpPr/>
          <p:nvPr/>
        </p:nvSpPr>
        <p:spPr>
          <a:xfrm>
            <a:off x="11309851" y="2856241"/>
            <a:ext cx="90215" cy="7401121"/>
          </a:xfrm>
          <a:prstGeom prst="roundRect">
            <a:avLst>
              <a:gd name="adj" fmla="val 50000"/>
            </a:avLst>
          </a:prstGeom>
          <a:solidFill>
            <a:srgbClr val="479FE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52" name="&lt;返回值类型|void&gt; 函数名([参数列表])…"/>
          <p:cNvSpPr txBox="1"/>
          <p:nvPr/>
        </p:nvSpPr>
        <p:spPr>
          <a:xfrm>
            <a:off x="11844642" y="3983781"/>
            <a:ext cx="9936310" cy="5146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&lt;返回值类型|void&gt; 函数名([参数列表])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lvl="2" indent="0"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//函数体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[return 返回值]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153" name="函数不被调用是不会执行的"/>
          <p:cNvSpPr txBox="1"/>
          <p:nvPr/>
        </p:nvSpPr>
        <p:spPr>
          <a:xfrm>
            <a:off x="1249761" y="7432216"/>
            <a:ext cx="6972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函数不被调用是不会执行的</a:t>
            </a:r>
          </a:p>
        </p:txBody>
      </p:sp>
      <p:grpSp>
        <p:nvGrpSpPr>
          <p:cNvPr id="156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5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5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57" name="文本框 14"/>
          <p:cNvSpPr txBox="1"/>
          <p:nvPr/>
        </p:nvSpPr>
        <p:spPr>
          <a:xfrm>
            <a:off x="1471629" y="835660"/>
            <a:ext cx="50723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函数声名格式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无参数，无返回值"/>
          <p:cNvSpPr txBox="1"/>
          <p:nvPr/>
        </p:nvSpPr>
        <p:spPr>
          <a:xfrm>
            <a:off x="1247351" y="3512038"/>
            <a:ext cx="4686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无参数，无返回值</a:t>
            </a:r>
          </a:p>
        </p:txBody>
      </p:sp>
      <p:sp>
        <p:nvSpPr>
          <p:cNvPr id="160" name="无参数，有返回值"/>
          <p:cNvSpPr txBox="1"/>
          <p:nvPr/>
        </p:nvSpPr>
        <p:spPr>
          <a:xfrm>
            <a:off x="1247351" y="4818764"/>
            <a:ext cx="4686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无参数，有返回值</a:t>
            </a:r>
          </a:p>
        </p:txBody>
      </p:sp>
      <p:sp>
        <p:nvSpPr>
          <p:cNvPr id="161" name="有参数，无返回值"/>
          <p:cNvSpPr txBox="1"/>
          <p:nvPr/>
        </p:nvSpPr>
        <p:spPr>
          <a:xfrm>
            <a:off x="1249761" y="6125490"/>
            <a:ext cx="4686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有参数，无返回值</a:t>
            </a:r>
          </a:p>
        </p:txBody>
      </p:sp>
      <p:sp>
        <p:nvSpPr>
          <p:cNvPr id="162" name="有参数，有返回值"/>
          <p:cNvSpPr txBox="1"/>
          <p:nvPr/>
        </p:nvSpPr>
        <p:spPr>
          <a:xfrm>
            <a:off x="1249761" y="7432216"/>
            <a:ext cx="4686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有参数，有返回值</a:t>
            </a:r>
          </a:p>
        </p:txBody>
      </p:sp>
      <p:grpSp>
        <p:nvGrpSpPr>
          <p:cNvPr id="16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6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6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66" name="文本框 14"/>
          <p:cNvSpPr txBox="1"/>
          <p:nvPr/>
        </p:nvSpPr>
        <p:spPr>
          <a:xfrm>
            <a:off x="1471629" y="835660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函数的四种形式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日常写代码，函数什么时候加参数，什么时候加返回值？"/>
          <p:cNvSpPr txBox="1"/>
          <p:nvPr/>
        </p:nvSpPr>
        <p:spPr>
          <a:xfrm>
            <a:off x="3403599" y="6318249"/>
            <a:ext cx="17576801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400">
              <a:lnSpc>
                <a:spcPct val="90000"/>
              </a:lnSpc>
              <a:defRPr sz="5500"/>
            </a:lvl1pPr>
          </a:lstStyle>
          <a:p>
            <a:pPr/>
            <a:r>
              <a:t>日常写代码，函数什么时候加参数，什么时候加返回值？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根据需求编写！！！"/>
          <p:cNvSpPr txBox="1"/>
          <p:nvPr/>
        </p:nvSpPr>
        <p:spPr>
          <a:xfrm>
            <a:off x="6991350" y="6038849"/>
            <a:ext cx="10401301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400">
              <a:lnSpc>
                <a:spcPct val="90000"/>
              </a:lnSpc>
              <a:defRPr sz="9000">
                <a:solidFill>
                  <a:srgbClr val="E22146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根据需求编写！！！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ounded Rectangle"/>
          <p:cNvSpPr/>
          <p:nvPr/>
        </p:nvSpPr>
        <p:spPr>
          <a:xfrm>
            <a:off x="556486" y="2436728"/>
            <a:ext cx="11079323" cy="10646921"/>
          </a:xfrm>
          <a:prstGeom prst="roundRect">
            <a:avLst>
              <a:gd name="adj" fmla="val 152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73" name="Rounded Rectangle"/>
          <p:cNvSpPr/>
          <p:nvPr/>
        </p:nvSpPr>
        <p:spPr>
          <a:xfrm>
            <a:off x="593201" y="2410351"/>
            <a:ext cx="131321" cy="10524950"/>
          </a:xfrm>
          <a:prstGeom prst="roundRect">
            <a:avLst>
              <a:gd name="adj" fmla="val 50000"/>
            </a:avLst>
          </a:prstGeom>
          <a:solidFill>
            <a:srgbClr val="479F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74" name="void add(int a, int b)…"/>
          <p:cNvSpPr txBox="1"/>
          <p:nvPr/>
        </p:nvSpPr>
        <p:spPr>
          <a:xfrm>
            <a:off x="1127992" y="3537892"/>
            <a:ext cx="9936311" cy="8045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void add(int a, int b)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lvl="5" indent="0"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printf("%d", a +b);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main()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a = 5;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b = 10;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add(a, b);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pSp>
        <p:nvGrpSpPr>
          <p:cNvPr id="177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7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7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78" name="文本框 14"/>
          <p:cNvSpPr txBox="1"/>
          <p:nvPr/>
        </p:nvSpPr>
        <p:spPr>
          <a:xfrm>
            <a:off x="1471629" y="835660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形参与实参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ounded Rectangle"/>
          <p:cNvSpPr/>
          <p:nvPr/>
        </p:nvSpPr>
        <p:spPr>
          <a:xfrm>
            <a:off x="579468" y="2436728"/>
            <a:ext cx="11079323" cy="10646921"/>
          </a:xfrm>
          <a:prstGeom prst="roundRect">
            <a:avLst>
              <a:gd name="adj" fmla="val 152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81" name="Rounded Rectangle"/>
          <p:cNvSpPr/>
          <p:nvPr/>
        </p:nvSpPr>
        <p:spPr>
          <a:xfrm>
            <a:off x="616184" y="2410351"/>
            <a:ext cx="131320" cy="10673297"/>
          </a:xfrm>
          <a:prstGeom prst="roundRect">
            <a:avLst>
              <a:gd name="adj" fmla="val 50000"/>
            </a:avLst>
          </a:prstGeom>
          <a:solidFill>
            <a:srgbClr val="479F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82" name="void add(int a, int b)…"/>
          <p:cNvSpPr txBox="1"/>
          <p:nvPr/>
        </p:nvSpPr>
        <p:spPr>
          <a:xfrm>
            <a:off x="1150974" y="3537892"/>
            <a:ext cx="9936311" cy="8045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void add(int a, int b)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lvl="5" indent="0"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printf("%d", a + b);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main()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a = 5;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b = 10;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add(a, b);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183" name="Rectangle"/>
          <p:cNvSpPr/>
          <p:nvPr/>
        </p:nvSpPr>
        <p:spPr>
          <a:xfrm>
            <a:off x="3723336" y="3491417"/>
            <a:ext cx="4171877" cy="720345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84" name="形式参数"/>
          <p:cNvSpPr txBox="1"/>
          <p:nvPr/>
        </p:nvSpPr>
        <p:spPr>
          <a:xfrm>
            <a:off x="8459055" y="3407089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形式参数</a:t>
            </a:r>
          </a:p>
        </p:txBody>
      </p:sp>
      <p:sp>
        <p:nvSpPr>
          <p:cNvPr id="185" name="Rectangle"/>
          <p:cNvSpPr/>
          <p:nvPr/>
        </p:nvSpPr>
        <p:spPr>
          <a:xfrm>
            <a:off x="2244024" y="10123668"/>
            <a:ext cx="3405255" cy="720345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86" name="实际参数"/>
          <p:cNvSpPr txBox="1"/>
          <p:nvPr/>
        </p:nvSpPr>
        <p:spPr>
          <a:xfrm>
            <a:off x="8459055" y="10039340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实际参数</a:t>
            </a:r>
          </a:p>
        </p:txBody>
      </p:sp>
      <p:sp>
        <p:nvSpPr>
          <p:cNvPr id="187" name="形参：函数声名中的参数"/>
          <p:cNvSpPr txBox="1"/>
          <p:nvPr/>
        </p:nvSpPr>
        <p:spPr>
          <a:xfrm>
            <a:off x="14662297" y="3162633"/>
            <a:ext cx="6400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形参：函数声名中的参数</a:t>
            </a:r>
          </a:p>
        </p:txBody>
      </p:sp>
      <p:sp>
        <p:nvSpPr>
          <p:cNvPr id="188" name="实参：函数调用进传入的参数"/>
          <p:cNvSpPr txBox="1"/>
          <p:nvPr/>
        </p:nvSpPr>
        <p:spPr>
          <a:xfrm>
            <a:off x="14662297" y="4395393"/>
            <a:ext cx="7543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实参：函数调用进传入的参数</a:t>
            </a:r>
          </a:p>
        </p:txBody>
      </p:sp>
      <p:grpSp>
        <p:nvGrpSpPr>
          <p:cNvPr id="191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8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2" name="文本框 14"/>
          <p:cNvSpPr txBox="1"/>
          <p:nvPr/>
        </p:nvSpPr>
        <p:spPr>
          <a:xfrm>
            <a:off x="1471629" y="835660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形参与实参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har getchar() ：标准输入流中返回下一个字符。"/>
          <p:cNvSpPr txBox="1"/>
          <p:nvPr/>
        </p:nvSpPr>
        <p:spPr>
          <a:xfrm>
            <a:off x="652092" y="2474085"/>
            <a:ext cx="2237021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char getchar() ：标准输入流中返回下一个字符。</a:t>
            </a:r>
          </a:p>
        </p:txBody>
      </p:sp>
      <p:sp>
        <p:nvSpPr>
          <p:cNvPr id="195" name="void putchar(char ch) ：输出参数 ch。"/>
          <p:cNvSpPr txBox="1"/>
          <p:nvPr/>
        </p:nvSpPr>
        <p:spPr>
          <a:xfrm>
            <a:off x="652092" y="3805466"/>
            <a:ext cx="2237021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void putchar(char ch) ：输出参数 ch。</a:t>
            </a:r>
          </a:p>
        </p:txBody>
      </p:sp>
      <p:grpSp>
        <p:nvGrpSpPr>
          <p:cNvPr id="198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9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9" name="文本框 14"/>
          <p:cNvSpPr txBox="1"/>
          <p:nvPr/>
        </p:nvSpPr>
        <p:spPr>
          <a:xfrm>
            <a:off x="1471629" y="835660"/>
            <a:ext cx="85648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getchar() 与 putchar()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在函数调用过程中，调用自己本身"/>
          <p:cNvSpPr txBox="1"/>
          <p:nvPr/>
        </p:nvSpPr>
        <p:spPr>
          <a:xfrm>
            <a:off x="1018031" y="2957067"/>
            <a:ext cx="8686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400">
              <a:lnSpc>
                <a:spcPct val="90000"/>
              </a:lnSpc>
            </a:lvl1pPr>
          </a:lstStyle>
          <a:p>
            <a:pPr/>
            <a:r>
              <a:t>在函数调用过程中，调用自己本身</a:t>
            </a:r>
          </a:p>
        </p:txBody>
      </p:sp>
      <p:grpSp>
        <p:nvGrpSpPr>
          <p:cNvPr id="204" name="Image"/>
          <p:cNvGrpSpPr/>
          <p:nvPr/>
        </p:nvGrpSpPr>
        <p:grpSpPr>
          <a:xfrm>
            <a:off x="2920646" y="4234173"/>
            <a:ext cx="7958020" cy="8902277"/>
            <a:chOff x="0" y="0"/>
            <a:chExt cx="7958018" cy="8902275"/>
          </a:xfrm>
        </p:grpSpPr>
        <p:pic>
          <p:nvPicPr>
            <p:cNvPr id="203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27000" y="88900"/>
              <a:ext cx="7704019" cy="8572076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02" name="Image" descr="Image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7958019" cy="8902276"/>
            </a:xfrm>
            <a:prstGeom prst="rect">
              <a:avLst/>
            </a:prstGeom>
            <a:effectLst/>
          </p:spPr>
        </p:pic>
      </p:grpSp>
      <p:grpSp>
        <p:nvGrpSpPr>
          <p:cNvPr id="207" name="Image"/>
          <p:cNvGrpSpPr/>
          <p:nvPr/>
        </p:nvGrpSpPr>
        <p:grpSpPr>
          <a:xfrm>
            <a:off x="13505335" y="4195054"/>
            <a:ext cx="7958019" cy="8980516"/>
            <a:chOff x="0" y="0"/>
            <a:chExt cx="7958018" cy="8980514"/>
          </a:xfrm>
        </p:grpSpPr>
        <p:pic>
          <p:nvPicPr>
            <p:cNvPr id="206" name="Image" descr="Image"/>
            <p:cNvPicPr>
              <a:picLocks noChangeAspect="1"/>
            </p:cNvPicPr>
            <p:nvPr/>
          </p:nvPicPr>
          <p:blipFill>
            <a:blip r:embed="rId5">
              <a:extLst/>
            </a:blip>
            <a:srcRect l="0" t="0" r="0" b="6430"/>
            <a:stretch>
              <a:fillRect/>
            </a:stretch>
          </p:blipFill>
          <p:spPr>
            <a:xfrm>
              <a:off x="127000" y="88900"/>
              <a:ext cx="7704019" cy="8650315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05" name="Image" descr="Image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0"/>
              <a:ext cx="7958019" cy="8980515"/>
            </a:xfrm>
            <a:prstGeom prst="rect">
              <a:avLst/>
            </a:prstGeom>
            <a:effectLst/>
          </p:spPr>
        </p:pic>
      </p:grpSp>
      <p:grpSp>
        <p:nvGrpSpPr>
          <p:cNvPr id="210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0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0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11" name="文本框 14"/>
          <p:cNvSpPr txBox="1"/>
          <p:nvPr/>
        </p:nvSpPr>
        <p:spPr>
          <a:xfrm>
            <a:off x="1471629" y="835660"/>
            <a:ext cx="1821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递归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ounded Rectangle"/>
          <p:cNvSpPr/>
          <p:nvPr/>
        </p:nvSpPr>
        <p:spPr>
          <a:xfrm>
            <a:off x="1041224" y="2708998"/>
            <a:ext cx="14117659" cy="8298004"/>
          </a:xfrm>
          <a:prstGeom prst="roundRect">
            <a:avLst>
              <a:gd name="adj" fmla="val 1961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16" name="Rounded Rectangle"/>
          <p:cNvSpPr/>
          <p:nvPr/>
        </p:nvSpPr>
        <p:spPr>
          <a:xfrm>
            <a:off x="1077940" y="2682621"/>
            <a:ext cx="154163" cy="8350758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17" name="int fun(int n)…"/>
          <p:cNvSpPr txBox="1"/>
          <p:nvPr/>
        </p:nvSpPr>
        <p:spPr>
          <a:xfrm>
            <a:off x="1612731" y="3169125"/>
            <a:ext cx="11926521" cy="722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sum = 0;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for (int i = 1; i &lt;= n; i++)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sum += i;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sum;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pSp>
        <p:nvGrpSpPr>
          <p:cNvPr id="220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1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1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21" name="文本框 14"/>
          <p:cNvSpPr txBox="1"/>
          <p:nvPr/>
        </p:nvSpPr>
        <p:spPr>
          <a:xfrm>
            <a:off x="1471629" y="835660"/>
            <a:ext cx="112890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的和－非递归方式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24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25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pSp>
        <p:nvGrpSpPr>
          <p:cNvPr id="228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2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2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29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32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33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234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237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3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3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38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41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42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243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4" name="fun(5)"/>
          <p:cNvSpPr/>
          <p:nvPr/>
        </p:nvSpPr>
        <p:spPr>
          <a:xfrm>
            <a:off x="15459248" y="5276163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grpSp>
        <p:nvGrpSpPr>
          <p:cNvPr id="247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4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4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48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51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52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253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4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grpSp>
        <p:nvGrpSpPr>
          <p:cNvPr id="257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5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5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58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61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62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263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4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265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grpSp>
        <p:nvGrpSpPr>
          <p:cNvPr id="268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6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6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69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72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73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274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5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276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277" name="fun(4)"/>
          <p:cNvSpPr/>
          <p:nvPr/>
        </p:nvSpPr>
        <p:spPr>
          <a:xfrm>
            <a:off x="15459248" y="5102565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grpSp>
        <p:nvGrpSpPr>
          <p:cNvPr id="280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7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7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81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84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85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286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7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288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289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grpSp>
        <p:nvGrpSpPr>
          <p:cNvPr id="292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9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9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93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96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97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298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9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300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301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302" name="fun(3) + 4"/>
          <p:cNvSpPr txBox="1"/>
          <p:nvPr/>
        </p:nvSpPr>
        <p:spPr>
          <a:xfrm>
            <a:off x="18207039" y="10014636"/>
            <a:ext cx="27775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fun(3) + 4</a:t>
            </a:r>
          </a:p>
        </p:txBody>
      </p:sp>
      <p:grpSp>
        <p:nvGrpSpPr>
          <p:cNvPr id="30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30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0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06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09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10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311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2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313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314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315" name="fun(3) + 4"/>
          <p:cNvSpPr txBox="1"/>
          <p:nvPr/>
        </p:nvSpPr>
        <p:spPr>
          <a:xfrm>
            <a:off x="18207039" y="10014636"/>
            <a:ext cx="27775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fun(3) + 4</a:t>
            </a:r>
          </a:p>
        </p:txBody>
      </p:sp>
      <p:sp>
        <p:nvSpPr>
          <p:cNvPr id="316" name="fun(3)"/>
          <p:cNvSpPr/>
          <p:nvPr/>
        </p:nvSpPr>
        <p:spPr>
          <a:xfrm>
            <a:off x="15459248" y="5102565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grpSp>
        <p:nvGrpSpPr>
          <p:cNvPr id="319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31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1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20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23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24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325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6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327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328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329" name="fun(3) + 4"/>
          <p:cNvSpPr txBox="1"/>
          <p:nvPr/>
        </p:nvSpPr>
        <p:spPr>
          <a:xfrm>
            <a:off x="18207039" y="10014636"/>
            <a:ext cx="27775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fun(3) + 4</a:t>
            </a:r>
          </a:p>
        </p:txBody>
      </p:sp>
      <p:sp>
        <p:nvSpPr>
          <p:cNvPr id="330" name="fun(3)"/>
          <p:cNvSpPr/>
          <p:nvPr/>
        </p:nvSpPr>
        <p:spPr>
          <a:xfrm>
            <a:off x="15459248" y="875153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grpSp>
        <p:nvGrpSpPr>
          <p:cNvPr id="333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33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3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34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37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38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339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0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341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342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343" name="fun(3) + 4"/>
          <p:cNvSpPr txBox="1"/>
          <p:nvPr/>
        </p:nvSpPr>
        <p:spPr>
          <a:xfrm>
            <a:off x="18207039" y="10014636"/>
            <a:ext cx="27775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fun(3) + 4</a:t>
            </a:r>
          </a:p>
        </p:txBody>
      </p:sp>
      <p:sp>
        <p:nvSpPr>
          <p:cNvPr id="344" name="fun(3)"/>
          <p:cNvSpPr/>
          <p:nvPr/>
        </p:nvSpPr>
        <p:spPr>
          <a:xfrm>
            <a:off x="15459248" y="875153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345" name="fun(2) + 3"/>
          <p:cNvSpPr txBox="1"/>
          <p:nvPr/>
        </p:nvSpPr>
        <p:spPr>
          <a:xfrm>
            <a:off x="18208155" y="8869286"/>
            <a:ext cx="277088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fun(2) + 3</a:t>
            </a:r>
          </a:p>
        </p:txBody>
      </p:sp>
      <p:grpSp>
        <p:nvGrpSpPr>
          <p:cNvPr id="348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34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4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49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52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53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354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5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356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357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358" name="fun(3) + 4"/>
          <p:cNvSpPr txBox="1"/>
          <p:nvPr/>
        </p:nvSpPr>
        <p:spPr>
          <a:xfrm>
            <a:off x="18207039" y="10014636"/>
            <a:ext cx="27775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fun(3) + 4</a:t>
            </a:r>
          </a:p>
        </p:txBody>
      </p:sp>
      <p:sp>
        <p:nvSpPr>
          <p:cNvPr id="359" name="fun(3)"/>
          <p:cNvSpPr/>
          <p:nvPr/>
        </p:nvSpPr>
        <p:spPr>
          <a:xfrm>
            <a:off x="15459248" y="875153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360" name="fun(2) + 3"/>
          <p:cNvSpPr txBox="1"/>
          <p:nvPr/>
        </p:nvSpPr>
        <p:spPr>
          <a:xfrm>
            <a:off x="18208155" y="8869286"/>
            <a:ext cx="277088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fun(2) + 3</a:t>
            </a:r>
          </a:p>
        </p:txBody>
      </p:sp>
      <p:sp>
        <p:nvSpPr>
          <p:cNvPr id="361" name="fun(2)"/>
          <p:cNvSpPr/>
          <p:nvPr/>
        </p:nvSpPr>
        <p:spPr>
          <a:xfrm>
            <a:off x="15459248" y="5102565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fun(2)</a:t>
            </a:r>
          </a:p>
        </p:txBody>
      </p:sp>
      <p:grpSp>
        <p:nvGrpSpPr>
          <p:cNvPr id="364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36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6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65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68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69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370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1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372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373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374" name="fun(3) + 4"/>
          <p:cNvSpPr txBox="1"/>
          <p:nvPr/>
        </p:nvSpPr>
        <p:spPr>
          <a:xfrm>
            <a:off x="18207039" y="10014636"/>
            <a:ext cx="27775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fun(3) + 4</a:t>
            </a:r>
          </a:p>
        </p:txBody>
      </p:sp>
      <p:sp>
        <p:nvSpPr>
          <p:cNvPr id="375" name="fun(3)"/>
          <p:cNvSpPr/>
          <p:nvPr/>
        </p:nvSpPr>
        <p:spPr>
          <a:xfrm>
            <a:off x="15459248" y="875153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376" name="fun(2) + 3"/>
          <p:cNvSpPr txBox="1"/>
          <p:nvPr/>
        </p:nvSpPr>
        <p:spPr>
          <a:xfrm>
            <a:off x="18208155" y="8869286"/>
            <a:ext cx="277088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fun(2) + 3</a:t>
            </a:r>
          </a:p>
        </p:txBody>
      </p:sp>
      <p:sp>
        <p:nvSpPr>
          <p:cNvPr id="377" name="fun(2)"/>
          <p:cNvSpPr/>
          <p:nvPr/>
        </p:nvSpPr>
        <p:spPr>
          <a:xfrm>
            <a:off x="15459248" y="759274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fun(2)</a:t>
            </a:r>
          </a:p>
        </p:txBody>
      </p:sp>
      <p:grpSp>
        <p:nvGrpSpPr>
          <p:cNvPr id="380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37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7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81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84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85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386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7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388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389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390" name="fun(3) + 4"/>
          <p:cNvSpPr txBox="1"/>
          <p:nvPr/>
        </p:nvSpPr>
        <p:spPr>
          <a:xfrm>
            <a:off x="18207039" y="10014636"/>
            <a:ext cx="27775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fun(3) + 4</a:t>
            </a:r>
          </a:p>
        </p:txBody>
      </p:sp>
      <p:sp>
        <p:nvSpPr>
          <p:cNvPr id="391" name="fun(3)"/>
          <p:cNvSpPr/>
          <p:nvPr/>
        </p:nvSpPr>
        <p:spPr>
          <a:xfrm>
            <a:off x="15459248" y="875153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392" name="fun(2) + 3"/>
          <p:cNvSpPr txBox="1"/>
          <p:nvPr/>
        </p:nvSpPr>
        <p:spPr>
          <a:xfrm>
            <a:off x="18208155" y="8869286"/>
            <a:ext cx="277088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fun(2) + 3</a:t>
            </a:r>
          </a:p>
        </p:txBody>
      </p:sp>
      <p:sp>
        <p:nvSpPr>
          <p:cNvPr id="393" name="fun(2)"/>
          <p:cNvSpPr/>
          <p:nvPr/>
        </p:nvSpPr>
        <p:spPr>
          <a:xfrm>
            <a:off x="15459248" y="759274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fun(2)</a:t>
            </a:r>
          </a:p>
        </p:txBody>
      </p:sp>
      <p:sp>
        <p:nvSpPr>
          <p:cNvPr id="394" name="fun(1) + 2"/>
          <p:cNvSpPr txBox="1"/>
          <p:nvPr/>
        </p:nvSpPr>
        <p:spPr>
          <a:xfrm>
            <a:off x="18211503" y="7720691"/>
            <a:ext cx="270167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fun(1) + 2</a:t>
            </a:r>
          </a:p>
        </p:txBody>
      </p:sp>
      <p:grpSp>
        <p:nvGrpSpPr>
          <p:cNvPr id="397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39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9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98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401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402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403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4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405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406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407" name="fun(3) + 4"/>
          <p:cNvSpPr txBox="1"/>
          <p:nvPr/>
        </p:nvSpPr>
        <p:spPr>
          <a:xfrm>
            <a:off x="18207039" y="10014636"/>
            <a:ext cx="27775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fun(3) + 4</a:t>
            </a:r>
          </a:p>
        </p:txBody>
      </p:sp>
      <p:sp>
        <p:nvSpPr>
          <p:cNvPr id="408" name="fun(3)"/>
          <p:cNvSpPr/>
          <p:nvPr/>
        </p:nvSpPr>
        <p:spPr>
          <a:xfrm>
            <a:off x="15459248" y="875153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409" name="fun(2) + 3"/>
          <p:cNvSpPr txBox="1"/>
          <p:nvPr/>
        </p:nvSpPr>
        <p:spPr>
          <a:xfrm>
            <a:off x="18208155" y="8869286"/>
            <a:ext cx="277088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fun(2) + 3</a:t>
            </a:r>
          </a:p>
        </p:txBody>
      </p:sp>
      <p:sp>
        <p:nvSpPr>
          <p:cNvPr id="410" name="fun(2)"/>
          <p:cNvSpPr/>
          <p:nvPr/>
        </p:nvSpPr>
        <p:spPr>
          <a:xfrm>
            <a:off x="15459248" y="759274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fun(2)</a:t>
            </a:r>
          </a:p>
        </p:txBody>
      </p:sp>
      <p:sp>
        <p:nvSpPr>
          <p:cNvPr id="411" name="fun(1) + 2"/>
          <p:cNvSpPr txBox="1"/>
          <p:nvPr/>
        </p:nvSpPr>
        <p:spPr>
          <a:xfrm>
            <a:off x="18211503" y="7720691"/>
            <a:ext cx="270167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fun(1) + 2</a:t>
            </a:r>
          </a:p>
        </p:txBody>
      </p:sp>
      <p:sp>
        <p:nvSpPr>
          <p:cNvPr id="412" name="fun(1)"/>
          <p:cNvSpPr/>
          <p:nvPr/>
        </p:nvSpPr>
        <p:spPr>
          <a:xfrm>
            <a:off x="15459248" y="5102565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fun(1)</a:t>
            </a:r>
          </a:p>
        </p:txBody>
      </p:sp>
      <p:grpSp>
        <p:nvGrpSpPr>
          <p:cNvPr id="41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41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41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416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419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420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421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2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423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424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425" name="fun(3) + 4"/>
          <p:cNvSpPr txBox="1"/>
          <p:nvPr/>
        </p:nvSpPr>
        <p:spPr>
          <a:xfrm>
            <a:off x="18207039" y="10014636"/>
            <a:ext cx="27775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fun(3) + 4</a:t>
            </a:r>
          </a:p>
        </p:txBody>
      </p:sp>
      <p:sp>
        <p:nvSpPr>
          <p:cNvPr id="426" name="fun(3)"/>
          <p:cNvSpPr/>
          <p:nvPr/>
        </p:nvSpPr>
        <p:spPr>
          <a:xfrm>
            <a:off x="15459248" y="875153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427" name="fun(2) + 3"/>
          <p:cNvSpPr txBox="1"/>
          <p:nvPr/>
        </p:nvSpPr>
        <p:spPr>
          <a:xfrm>
            <a:off x="18208155" y="8869286"/>
            <a:ext cx="277088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fun(2) + 3</a:t>
            </a:r>
          </a:p>
        </p:txBody>
      </p:sp>
      <p:sp>
        <p:nvSpPr>
          <p:cNvPr id="428" name="fun(2)"/>
          <p:cNvSpPr/>
          <p:nvPr/>
        </p:nvSpPr>
        <p:spPr>
          <a:xfrm>
            <a:off x="15459248" y="759274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fun(2)</a:t>
            </a:r>
          </a:p>
        </p:txBody>
      </p:sp>
      <p:sp>
        <p:nvSpPr>
          <p:cNvPr id="429" name="fun(1) + 2"/>
          <p:cNvSpPr txBox="1"/>
          <p:nvPr/>
        </p:nvSpPr>
        <p:spPr>
          <a:xfrm>
            <a:off x="18211503" y="7720691"/>
            <a:ext cx="270167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fun(1) + 2</a:t>
            </a:r>
          </a:p>
        </p:txBody>
      </p:sp>
      <p:sp>
        <p:nvSpPr>
          <p:cNvPr id="430" name="fun(1)"/>
          <p:cNvSpPr/>
          <p:nvPr/>
        </p:nvSpPr>
        <p:spPr>
          <a:xfrm>
            <a:off x="15459248" y="6457591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fun(1)</a:t>
            </a:r>
          </a:p>
        </p:txBody>
      </p:sp>
      <p:grpSp>
        <p:nvGrpSpPr>
          <p:cNvPr id="433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43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43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434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437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438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439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40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441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442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443" name="fun(3) + 4"/>
          <p:cNvSpPr txBox="1"/>
          <p:nvPr/>
        </p:nvSpPr>
        <p:spPr>
          <a:xfrm>
            <a:off x="18207039" y="10014636"/>
            <a:ext cx="27775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fun(3) + 4</a:t>
            </a:r>
          </a:p>
        </p:txBody>
      </p:sp>
      <p:sp>
        <p:nvSpPr>
          <p:cNvPr id="444" name="fun(3)"/>
          <p:cNvSpPr/>
          <p:nvPr/>
        </p:nvSpPr>
        <p:spPr>
          <a:xfrm>
            <a:off x="15459248" y="875153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445" name="fun(2) + 3"/>
          <p:cNvSpPr txBox="1"/>
          <p:nvPr/>
        </p:nvSpPr>
        <p:spPr>
          <a:xfrm>
            <a:off x="18208155" y="8869286"/>
            <a:ext cx="277088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fun(2) + 3</a:t>
            </a:r>
          </a:p>
        </p:txBody>
      </p:sp>
      <p:sp>
        <p:nvSpPr>
          <p:cNvPr id="446" name="fun(2)"/>
          <p:cNvSpPr/>
          <p:nvPr/>
        </p:nvSpPr>
        <p:spPr>
          <a:xfrm>
            <a:off x="15459248" y="759274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fun(2)</a:t>
            </a:r>
          </a:p>
        </p:txBody>
      </p:sp>
      <p:sp>
        <p:nvSpPr>
          <p:cNvPr id="447" name="fun(1) + 2"/>
          <p:cNvSpPr txBox="1"/>
          <p:nvPr/>
        </p:nvSpPr>
        <p:spPr>
          <a:xfrm>
            <a:off x="18211503" y="7720691"/>
            <a:ext cx="270167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fun(1) + 2</a:t>
            </a:r>
          </a:p>
        </p:txBody>
      </p:sp>
      <p:sp>
        <p:nvSpPr>
          <p:cNvPr id="448" name="fun(1)"/>
          <p:cNvSpPr/>
          <p:nvPr/>
        </p:nvSpPr>
        <p:spPr>
          <a:xfrm>
            <a:off x="15459248" y="6457591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fun(1)</a:t>
            </a:r>
          </a:p>
        </p:txBody>
      </p:sp>
      <p:sp>
        <p:nvSpPr>
          <p:cNvPr id="449" name="1"/>
          <p:cNvSpPr txBox="1"/>
          <p:nvPr/>
        </p:nvSpPr>
        <p:spPr>
          <a:xfrm>
            <a:off x="19366782" y="6575341"/>
            <a:ext cx="39112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1</a:t>
            </a:r>
          </a:p>
        </p:txBody>
      </p:sp>
      <p:grpSp>
        <p:nvGrpSpPr>
          <p:cNvPr id="452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45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45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453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99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456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457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458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59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460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461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462" name="fun(3) + 4"/>
          <p:cNvSpPr txBox="1"/>
          <p:nvPr/>
        </p:nvSpPr>
        <p:spPr>
          <a:xfrm>
            <a:off x="18207039" y="10014636"/>
            <a:ext cx="27775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fun(3) + 4</a:t>
            </a:r>
          </a:p>
        </p:txBody>
      </p:sp>
      <p:sp>
        <p:nvSpPr>
          <p:cNvPr id="463" name="fun(3)"/>
          <p:cNvSpPr/>
          <p:nvPr/>
        </p:nvSpPr>
        <p:spPr>
          <a:xfrm>
            <a:off x="15459248" y="875153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464" name="fun(2) + 3"/>
          <p:cNvSpPr txBox="1"/>
          <p:nvPr/>
        </p:nvSpPr>
        <p:spPr>
          <a:xfrm>
            <a:off x="18208155" y="8869286"/>
            <a:ext cx="277088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fun(2) + 3</a:t>
            </a:r>
          </a:p>
        </p:txBody>
      </p:sp>
      <p:sp>
        <p:nvSpPr>
          <p:cNvPr id="465" name="fun(2)"/>
          <p:cNvSpPr/>
          <p:nvPr/>
        </p:nvSpPr>
        <p:spPr>
          <a:xfrm>
            <a:off x="15459248" y="759274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fun(2)</a:t>
            </a:r>
          </a:p>
        </p:txBody>
      </p:sp>
      <p:sp>
        <p:nvSpPr>
          <p:cNvPr id="466" name="fun(1) + 2"/>
          <p:cNvSpPr txBox="1"/>
          <p:nvPr/>
        </p:nvSpPr>
        <p:spPr>
          <a:xfrm>
            <a:off x="18211503" y="7720691"/>
            <a:ext cx="270167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fun(1) + 2</a:t>
            </a:r>
          </a:p>
        </p:txBody>
      </p:sp>
      <p:sp>
        <p:nvSpPr>
          <p:cNvPr id="467" name="fun(1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fun(1)</a:t>
            </a:r>
          </a:p>
        </p:txBody>
      </p:sp>
      <p:sp>
        <p:nvSpPr>
          <p:cNvPr id="468" name="1"/>
          <p:cNvSpPr txBox="1"/>
          <p:nvPr/>
        </p:nvSpPr>
        <p:spPr>
          <a:xfrm>
            <a:off x="19366782" y="6575341"/>
            <a:ext cx="39112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1</a:t>
            </a:r>
          </a:p>
        </p:txBody>
      </p:sp>
      <p:grpSp>
        <p:nvGrpSpPr>
          <p:cNvPr id="471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46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47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472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475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476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477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8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479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480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481" name="fun(3) + 4"/>
          <p:cNvSpPr txBox="1"/>
          <p:nvPr/>
        </p:nvSpPr>
        <p:spPr>
          <a:xfrm>
            <a:off x="18207039" y="10014636"/>
            <a:ext cx="27775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fun(3) + 4</a:t>
            </a:r>
          </a:p>
        </p:txBody>
      </p:sp>
      <p:sp>
        <p:nvSpPr>
          <p:cNvPr id="482" name="fun(3)"/>
          <p:cNvSpPr/>
          <p:nvPr/>
        </p:nvSpPr>
        <p:spPr>
          <a:xfrm>
            <a:off x="15459248" y="875153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483" name="fun(2) + 3"/>
          <p:cNvSpPr txBox="1"/>
          <p:nvPr/>
        </p:nvSpPr>
        <p:spPr>
          <a:xfrm>
            <a:off x="18208155" y="8869286"/>
            <a:ext cx="277088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fun(2) + 3</a:t>
            </a:r>
          </a:p>
        </p:txBody>
      </p:sp>
      <p:sp>
        <p:nvSpPr>
          <p:cNvPr id="484" name="fun(2)"/>
          <p:cNvSpPr/>
          <p:nvPr/>
        </p:nvSpPr>
        <p:spPr>
          <a:xfrm>
            <a:off x="15459248" y="759274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fun(2)</a:t>
            </a:r>
          </a:p>
        </p:txBody>
      </p:sp>
      <p:sp>
        <p:nvSpPr>
          <p:cNvPr id="485" name="1+ 2"/>
          <p:cNvSpPr txBox="1"/>
          <p:nvPr/>
        </p:nvSpPr>
        <p:spPr>
          <a:xfrm>
            <a:off x="18962713" y="7720691"/>
            <a:ext cx="126846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1+ 2</a:t>
            </a:r>
          </a:p>
        </p:txBody>
      </p:sp>
      <p:sp>
        <p:nvSpPr>
          <p:cNvPr id="486" name="fun(1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fun(1)</a:t>
            </a:r>
          </a:p>
        </p:txBody>
      </p:sp>
      <p:grpSp>
        <p:nvGrpSpPr>
          <p:cNvPr id="489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48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48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490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493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494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495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6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497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498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499" name="fun(3) + 4"/>
          <p:cNvSpPr txBox="1"/>
          <p:nvPr/>
        </p:nvSpPr>
        <p:spPr>
          <a:xfrm>
            <a:off x="18207039" y="10014636"/>
            <a:ext cx="27775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fun(3) + 4</a:t>
            </a:r>
          </a:p>
        </p:txBody>
      </p:sp>
      <p:sp>
        <p:nvSpPr>
          <p:cNvPr id="500" name="fun(3)"/>
          <p:cNvSpPr/>
          <p:nvPr/>
        </p:nvSpPr>
        <p:spPr>
          <a:xfrm>
            <a:off x="15459248" y="875153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501" name="fun(2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fun(2)</a:t>
            </a:r>
          </a:p>
        </p:txBody>
      </p:sp>
      <p:sp>
        <p:nvSpPr>
          <p:cNvPr id="502" name="fun(1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fun(1)</a:t>
            </a:r>
          </a:p>
        </p:txBody>
      </p:sp>
      <p:sp>
        <p:nvSpPr>
          <p:cNvPr id="503" name="fun(2) + 3"/>
          <p:cNvSpPr txBox="1"/>
          <p:nvPr/>
        </p:nvSpPr>
        <p:spPr>
          <a:xfrm>
            <a:off x="18208155" y="8869286"/>
            <a:ext cx="277088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fun(2) + 3</a:t>
            </a:r>
          </a:p>
        </p:txBody>
      </p:sp>
      <p:sp>
        <p:nvSpPr>
          <p:cNvPr id="504" name="1+ 2"/>
          <p:cNvSpPr txBox="1"/>
          <p:nvPr/>
        </p:nvSpPr>
        <p:spPr>
          <a:xfrm>
            <a:off x="18962713" y="7720691"/>
            <a:ext cx="126846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1+ 2</a:t>
            </a:r>
          </a:p>
        </p:txBody>
      </p:sp>
      <p:grpSp>
        <p:nvGrpSpPr>
          <p:cNvPr id="507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50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50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508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511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512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513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14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515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516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517" name="fun(3) + 4"/>
          <p:cNvSpPr txBox="1"/>
          <p:nvPr/>
        </p:nvSpPr>
        <p:spPr>
          <a:xfrm>
            <a:off x="18207039" y="10014636"/>
            <a:ext cx="27775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fun(3) + 4</a:t>
            </a:r>
          </a:p>
        </p:txBody>
      </p:sp>
      <p:sp>
        <p:nvSpPr>
          <p:cNvPr id="518" name="fun(3)"/>
          <p:cNvSpPr/>
          <p:nvPr/>
        </p:nvSpPr>
        <p:spPr>
          <a:xfrm>
            <a:off x="15459248" y="875153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519" name="3 + 3"/>
          <p:cNvSpPr txBox="1"/>
          <p:nvPr/>
        </p:nvSpPr>
        <p:spPr>
          <a:xfrm>
            <a:off x="18847744" y="8869286"/>
            <a:ext cx="149840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3 + 3</a:t>
            </a:r>
          </a:p>
        </p:txBody>
      </p:sp>
      <p:sp>
        <p:nvSpPr>
          <p:cNvPr id="520" name="fun(2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fun(2)</a:t>
            </a:r>
          </a:p>
        </p:txBody>
      </p:sp>
      <p:sp>
        <p:nvSpPr>
          <p:cNvPr id="521" name="fun(1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fun(1)</a:t>
            </a:r>
          </a:p>
        </p:txBody>
      </p:sp>
      <p:grpSp>
        <p:nvGrpSpPr>
          <p:cNvPr id="524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52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52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525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528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529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530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31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532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533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534" name="fun(3) + 4"/>
          <p:cNvSpPr txBox="1"/>
          <p:nvPr/>
        </p:nvSpPr>
        <p:spPr>
          <a:xfrm>
            <a:off x="18207039" y="10014636"/>
            <a:ext cx="277758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fun(3) + 4</a:t>
            </a:r>
          </a:p>
        </p:txBody>
      </p:sp>
      <p:sp>
        <p:nvSpPr>
          <p:cNvPr id="535" name="fun(3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536" name="3 + 3"/>
          <p:cNvSpPr txBox="1"/>
          <p:nvPr/>
        </p:nvSpPr>
        <p:spPr>
          <a:xfrm>
            <a:off x="18847744" y="8869286"/>
            <a:ext cx="149840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3 + 3</a:t>
            </a:r>
          </a:p>
        </p:txBody>
      </p:sp>
      <p:sp>
        <p:nvSpPr>
          <p:cNvPr id="537" name="fun(2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fun(2)</a:t>
            </a:r>
          </a:p>
        </p:txBody>
      </p:sp>
      <p:sp>
        <p:nvSpPr>
          <p:cNvPr id="538" name="fun(1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fun(1)</a:t>
            </a:r>
          </a:p>
        </p:txBody>
      </p:sp>
      <p:grpSp>
        <p:nvGrpSpPr>
          <p:cNvPr id="541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53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54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542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545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546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547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48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549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550" name="fun(4)"/>
          <p:cNvSpPr/>
          <p:nvPr/>
        </p:nvSpPr>
        <p:spPr>
          <a:xfrm>
            <a:off x="15459248" y="9896886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551" name="6 + 4"/>
          <p:cNvSpPr txBox="1"/>
          <p:nvPr/>
        </p:nvSpPr>
        <p:spPr>
          <a:xfrm>
            <a:off x="18843279" y="10014636"/>
            <a:ext cx="150733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6 + 4</a:t>
            </a:r>
          </a:p>
        </p:txBody>
      </p:sp>
      <p:sp>
        <p:nvSpPr>
          <p:cNvPr id="552" name="fun(3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553" name="fun(2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fun(2)</a:t>
            </a:r>
          </a:p>
        </p:txBody>
      </p:sp>
      <p:sp>
        <p:nvSpPr>
          <p:cNvPr id="554" name="fun(1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fun(1)</a:t>
            </a:r>
          </a:p>
        </p:txBody>
      </p:sp>
      <p:grpSp>
        <p:nvGrpSpPr>
          <p:cNvPr id="557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55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55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558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561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562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563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4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565" name="fun(4) + 5"/>
          <p:cNvSpPr txBox="1"/>
          <p:nvPr/>
        </p:nvSpPr>
        <p:spPr>
          <a:xfrm>
            <a:off x="18207039" y="11163231"/>
            <a:ext cx="27798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fun(4) + 5</a:t>
            </a:r>
          </a:p>
        </p:txBody>
      </p:sp>
      <p:sp>
        <p:nvSpPr>
          <p:cNvPr id="566" name="fun(4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567" name="6 + 4"/>
          <p:cNvSpPr txBox="1"/>
          <p:nvPr/>
        </p:nvSpPr>
        <p:spPr>
          <a:xfrm>
            <a:off x="18843279" y="10014636"/>
            <a:ext cx="150733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6 + 4</a:t>
            </a:r>
          </a:p>
        </p:txBody>
      </p:sp>
      <p:sp>
        <p:nvSpPr>
          <p:cNvPr id="568" name="fun(3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569" name="fun(2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fun(2)</a:t>
            </a:r>
          </a:p>
        </p:txBody>
      </p:sp>
      <p:sp>
        <p:nvSpPr>
          <p:cNvPr id="570" name="fun(1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fun(1)</a:t>
            </a:r>
          </a:p>
        </p:txBody>
      </p:sp>
      <p:grpSp>
        <p:nvGrpSpPr>
          <p:cNvPr id="573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57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57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574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577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578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579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80" name="fun(5)"/>
          <p:cNvSpPr/>
          <p:nvPr/>
        </p:nvSpPr>
        <p:spPr>
          <a:xfrm>
            <a:off x="15459248" y="11045481"/>
            <a:ext cx="2323536" cy="1124502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581" name="10 + 5"/>
          <p:cNvSpPr txBox="1"/>
          <p:nvPr/>
        </p:nvSpPr>
        <p:spPr>
          <a:xfrm>
            <a:off x="18207039" y="11163231"/>
            <a:ext cx="177968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10 + 5</a:t>
            </a:r>
          </a:p>
        </p:txBody>
      </p:sp>
      <p:sp>
        <p:nvSpPr>
          <p:cNvPr id="582" name="fun(4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583" name="fun(3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584" name="fun(2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fun(2)</a:t>
            </a:r>
          </a:p>
        </p:txBody>
      </p:sp>
      <p:sp>
        <p:nvSpPr>
          <p:cNvPr id="585" name="fun(1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fun(1)</a:t>
            </a:r>
          </a:p>
        </p:txBody>
      </p:sp>
      <p:grpSp>
        <p:nvGrpSpPr>
          <p:cNvPr id="588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58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58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589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Rounded Rectangle"/>
          <p:cNvSpPr/>
          <p:nvPr/>
        </p:nvSpPr>
        <p:spPr>
          <a:xfrm>
            <a:off x="1041224" y="2708998"/>
            <a:ext cx="10462251" cy="9784856"/>
          </a:xfrm>
          <a:prstGeom prst="roundRect">
            <a:avLst>
              <a:gd name="adj" fmla="val 166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592" name="Rounded Rectangle"/>
          <p:cNvSpPr/>
          <p:nvPr/>
        </p:nvSpPr>
        <p:spPr>
          <a:xfrm>
            <a:off x="1077940" y="2682621"/>
            <a:ext cx="140490" cy="97848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593" name="int fun(int n)…"/>
          <p:cNvSpPr txBox="1"/>
          <p:nvPr/>
        </p:nvSpPr>
        <p:spPr>
          <a:xfrm>
            <a:off x="1612731" y="3169125"/>
            <a:ext cx="9319238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fun(int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fun(n-1) + n;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aphicFrame>
        <p:nvGraphicFramePr>
          <p:cNvPr id="594" name="Table 2"/>
          <p:cNvGraphicFramePr/>
          <p:nvPr/>
        </p:nvGraphicFramePr>
        <p:xfrm>
          <a:off x="15429065" y="5742296"/>
          <a:ext cx="2447401" cy="64981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83899"/>
              </a:tblGrid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</a:tr>
              <a:tr h="161659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>
                          <a:latin typeface="Graphik"/>
                          <a:ea typeface="Graphik"/>
                          <a:cs typeface="Graphik"/>
                          <a:sym typeface="Graphik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95" name="fun(5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fun(5)</a:t>
            </a:r>
          </a:p>
        </p:txBody>
      </p:sp>
      <p:sp>
        <p:nvSpPr>
          <p:cNvPr id="596" name="10 + 5"/>
          <p:cNvSpPr txBox="1"/>
          <p:nvPr/>
        </p:nvSpPr>
        <p:spPr>
          <a:xfrm>
            <a:off x="18207039" y="11163231"/>
            <a:ext cx="177968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10 + 5</a:t>
            </a:r>
          </a:p>
        </p:txBody>
      </p:sp>
      <p:sp>
        <p:nvSpPr>
          <p:cNvPr id="597" name="fun(4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fun(4)</a:t>
            </a:r>
          </a:p>
        </p:txBody>
      </p:sp>
      <p:sp>
        <p:nvSpPr>
          <p:cNvPr id="598" name="fun(3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fun(3)</a:t>
            </a:r>
          </a:p>
        </p:txBody>
      </p:sp>
      <p:sp>
        <p:nvSpPr>
          <p:cNvPr id="599" name="fun(2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fun(2)</a:t>
            </a:r>
          </a:p>
        </p:txBody>
      </p:sp>
      <p:sp>
        <p:nvSpPr>
          <p:cNvPr id="600" name="fun(1)"/>
          <p:cNvSpPr/>
          <p:nvPr/>
        </p:nvSpPr>
        <p:spPr>
          <a:xfrm>
            <a:off x="15459248" y="-1323762"/>
            <a:ext cx="2323536" cy="1124501"/>
          </a:xfrm>
          <a:prstGeom prst="rect">
            <a:avLst/>
          </a:prstGeom>
          <a:solidFill>
            <a:srgbClr val="FF8B25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/>
          </a:lstStyle>
          <a:p>
            <a:pPr/>
            <a:r>
              <a:t>fun(1)</a:t>
            </a:r>
          </a:p>
        </p:txBody>
      </p:sp>
      <p:grpSp>
        <p:nvGrpSpPr>
          <p:cNvPr id="603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60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60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604" name="文本框 14"/>
          <p:cNvSpPr txBox="1"/>
          <p:nvPr/>
        </p:nvSpPr>
        <p:spPr>
          <a:xfrm>
            <a:off x="1471629" y="835660"/>
            <a:ext cx="104762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计算机 1～n 的和－递归方式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斐波那契数列（Fibonacci sequence），又称黄金分割数列，因数学家莱昂纳多·斐波那契（Leonardo Fibonacci）以兔子繁殖为例子而引入，故又称“兔子数列”，其数值为：1、1、2、3、5、8、13、21、34……"/>
          <p:cNvSpPr txBox="1"/>
          <p:nvPr/>
        </p:nvSpPr>
        <p:spPr>
          <a:xfrm>
            <a:off x="999039" y="2784028"/>
            <a:ext cx="21915646" cy="2778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20000"/>
              </a:lnSpc>
            </a:pPr>
            <a:r>
              <a:t>斐波那契数列（Fibonacci sequence），又称黄金分割数列，因数学家莱昂纳多·</a:t>
            </a:r>
            <a:r>
              <a:rPr>
                <a:hlinkClick r:id="rId2" invalidUrl="" action="" tgtFrame="" tooltip="" history="1" highlightClick="0" endSnd="0"/>
              </a:rPr>
              <a:t>斐波那契</a:t>
            </a:r>
            <a:r>
              <a:t>（Leonardo Fibonacci）以兔子繁殖为例子而引入，故又称“兔子数列”，其数值为：1、1、2、3、5、8、13、21、34……</a:t>
            </a:r>
          </a:p>
        </p:txBody>
      </p:sp>
      <p:sp>
        <p:nvSpPr>
          <p:cNvPr id="607" name="第 1、2 项为 1，从第 3 项开始每一项的值为前两项的和"/>
          <p:cNvSpPr txBox="1"/>
          <p:nvPr/>
        </p:nvSpPr>
        <p:spPr>
          <a:xfrm>
            <a:off x="999039" y="6068002"/>
            <a:ext cx="2191564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457200">
              <a:lnSpc>
                <a:spcPct val="120000"/>
              </a:lnSpc>
            </a:lvl1pPr>
          </a:lstStyle>
          <a:p>
            <a:pPr/>
            <a:r>
              <a:t>第 1、2 项为 1，从第 3 项开始每一项的值为前两项的和</a:t>
            </a:r>
          </a:p>
        </p:txBody>
      </p:sp>
      <p:grpSp>
        <p:nvGrpSpPr>
          <p:cNvPr id="610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60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60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611" name="文本框 14"/>
          <p:cNvSpPr txBox="1"/>
          <p:nvPr/>
        </p:nvSpPr>
        <p:spPr>
          <a:xfrm>
            <a:off x="1471629" y="835660"/>
            <a:ext cx="50723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斐波那契数列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07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Rounded Rectangle"/>
          <p:cNvSpPr/>
          <p:nvPr/>
        </p:nvSpPr>
        <p:spPr>
          <a:xfrm>
            <a:off x="581583" y="2283228"/>
            <a:ext cx="14383980" cy="11423155"/>
          </a:xfrm>
          <a:prstGeom prst="roundRect">
            <a:avLst>
              <a:gd name="adj" fmla="val 1424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614" name="Rounded Rectangle"/>
          <p:cNvSpPr/>
          <p:nvPr/>
        </p:nvSpPr>
        <p:spPr>
          <a:xfrm>
            <a:off x="618298" y="2256851"/>
            <a:ext cx="127646" cy="11423155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615" name="int fibonacci(int n)…"/>
          <p:cNvSpPr txBox="1"/>
          <p:nvPr/>
        </p:nvSpPr>
        <p:spPr>
          <a:xfrm>
            <a:off x="1153089" y="2743356"/>
            <a:ext cx="13240968" cy="1050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fibonacci(int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last1 =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last2 =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result = 0;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for (int i = 3; i &lt;= n; i++)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result = last1 + last2;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last2 = last1;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last1 = result;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result;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pSp>
        <p:nvGrpSpPr>
          <p:cNvPr id="618" name="组合 10"/>
          <p:cNvGrpSpPr/>
          <p:nvPr/>
        </p:nvGrpSpPr>
        <p:grpSpPr>
          <a:xfrm>
            <a:off x="600143" y="603862"/>
            <a:ext cx="812285" cy="1459277"/>
            <a:chOff x="0" y="0"/>
            <a:chExt cx="812284" cy="1459276"/>
          </a:xfrm>
        </p:grpSpPr>
        <p:sp>
          <p:nvSpPr>
            <p:cNvPr id="61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61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619" name="文本框 14"/>
          <p:cNvSpPr txBox="1"/>
          <p:nvPr/>
        </p:nvSpPr>
        <p:spPr>
          <a:xfrm>
            <a:off x="1471629" y="670560"/>
            <a:ext cx="136956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求斐波那契数列第n项值－非递归方式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Rounded Rectangle"/>
          <p:cNvSpPr/>
          <p:nvPr/>
        </p:nvSpPr>
        <p:spPr>
          <a:xfrm>
            <a:off x="512636" y="2580432"/>
            <a:ext cx="17743086" cy="10299206"/>
          </a:xfrm>
          <a:prstGeom prst="roundRect">
            <a:avLst>
              <a:gd name="adj" fmla="val 1580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622" name="Rounded Rectangle"/>
          <p:cNvSpPr/>
          <p:nvPr/>
        </p:nvSpPr>
        <p:spPr>
          <a:xfrm>
            <a:off x="549352" y="2554055"/>
            <a:ext cx="137072" cy="10351960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623" name="int fibonacci(int n)…"/>
          <p:cNvSpPr txBox="1"/>
          <p:nvPr/>
        </p:nvSpPr>
        <p:spPr>
          <a:xfrm>
            <a:off x="1084143" y="3040560"/>
            <a:ext cx="16600073" cy="88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fibonacci(int n)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(n == 1 || n == 2)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return fibonacci(n - 1) + fibonacci(n - 2);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grpSp>
        <p:nvGrpSpPr>
          <p:cNvPr id="626" name="组合 10"/>
          <p:cNvGrpSpPr/>
          <p:nvPr/>
        </p:nvGrpSpPr>
        <p:grpSpPr>
          <a:xfrm>
            <a:off x="600143" y="603862"/>
            <a:ext cx="812285" cy="1459277"/>
            <a:chOff x="0" y="0"/>
            <a:chExt cx="812284" cy="1459276"/>
          </a:xfrm>
        </p:grpSpPr>
        <p:sp>
          <p:nvSpPr>
            <p:cNvPr id="62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62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627" name="文本框 14"/>
          <p:cNvSpPr txBox="1"/>
          <p:nvPr/>
        </p:nvSpPr>
        <p:spPr>
          <a:xfrm>
            <a:off x="1471629" y="670560"/>
            <a:ext cx="136956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求斐波那契数列第n项值－非递归方式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