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4500" u="none" kumimoji="0" normalizeH="0">
        <a:ln>
          <a:noFill/>
        </a:ln>
        <a:solidFill>
          <a:srgbClr val="000000"/>
        </a:solidFill>
        <a:effectLst/>
        <a:uFillTx/>
        <a:latin typeface="Lantinghei SC Extralight"/>
        <a:ea typeface="Lantinghei SC Extralight"/>
        <a:cs typeface="Lantinghei SC Extralight"/>
        <a:sym typeface="Lantinghei SC Extralight"/>
      </a:defRPr>
    </a:lvl1pPr>
    <a:lvl2pPr marL="0" marR="0" indent="4572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4500" u="none" kumimoji="0" normalizeH="0">
        <a:ln>
          <a:noFill/>
        </a:ln>
        <a:solidFill>
          <a:srgbClr val="000000"/>
        </a:solidFill>
        <a:effectLst/>
        <a:uFillTx/>
        <a:latin typeface="Lantinghei SC Extralight"/>
        <a:ea typeface="Lantinghei SC Extralight"/>
        <a:cs typeface="Lantinghei SC Extralight"/>
        <a:sym typeface="Lantinghei SC Extralight"/>
      </a:defRPr>
    </a:lvl2pPr>
    <a:lvl3pPr marL="0" marR="0" indent="9144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4500" u="none" kumimoji="0" normalizeH="0">
        <a:ln>
          <a:noFill/>
        </a:ln>
        <a:solidFill>
          <a:srgbClr val="000000"/>
        </a:solidFill>
        <a:effectLst/>
        <a:uFillTx/>
        <a:latin typeface="Lantinghei SC Extralight"/>
        <a:ea typeface="Lantinghei SC Extralight"/>
        <a:cs typeface="Lantinghei SC Extralight"/>
        <a:sym typeface="Lantinghei SC Extralight"/>
      </a:defRPr>
    </a:lvl3pPr>
    <a:lvl4pPr marL="0" marR="0" indent="13716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4500" u="none" kumimoji="0" normalizeH="0">
        <a:ln>
          <a:noFill/>
        </a:ln>
        <a:solidFill>
          <a:srgbClr val="000000"/>
        </a:solidFill>
        <a:effectLst/>
        <a:uFillTx/>
        <a:latin typeface="Lantinghei SC Extralight"/>
        <a:ea typeface="Lantinghei SC Extralight"/>
        <a:cs typeface="Lantinghei SC Extralight"/>
        <a:sym typeface="Lantinghei SC Extralight"/>
      </a:defRPr>
    </a:lvl4pPr>
    <a:lvl5pPr marL="0" marR="0" indent="18288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4500" u="none" kumimoji="0" normalizeH="0">
        <a:ln>
          <a:noFill/>
        </a:ln>
        <a:solidFill>
          <a:srgbClr val="000000"/>
        </a:solidFill>
        <a:effectLst/>
        <a:uFillTx/>
        <a:latin typeface="Lantinghei SC Extralight"/>
        <a:ea typeface="Lantinghei SC Extralight"/>
        <a:cs typeface="Lantinghei SC Extralight"/>
        <a:sym typeface="Lantinghei SC Extralight"/>
      </a:defRPr>
    </a:lvl5pPr>
    <a:lvl6pPr marL="0" marR="0" indent="22860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4500" u="none" kumimoji="0" normalizeH="0">
        <a:ln>
          <a:noFill/>
        </a:ln>
        <a:solidFill>
          <a:srgbClr val="000000"/>
        </a:solidFill>
        <a:effectLst/>
        <a:uFillTx/>
        <a:latin typeface="Lantinghei SC Extralight"/>
        <a:ea typeface="Lantinghei SC Extralight"/>
        <a:cs typeface="Lantinghei SC Extralight"/>
        <a:sym typeface="Lantinghei SC Extralight"/>
      </a:defRPr>
    </a:lvl6pPr>
    <a:lvl7pPr marL="0" marR="0" indent="27432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4500" u="none" kumimoji="0" normalizeH="0">
        <a:ln>
          <a:noFill/>
        </a:ln>
        <a:solidFill>
          <a:srgbClr val="000000"/>
        </a:solidFill>
        <a:effectLst/>
        <a:uFillTx/>
        <a:latin typeface="Lantinghei SC Extralight"/>
        <a:ea typeface="Lantinghei SC Extralight"/>
        <a:cs typeface="Lantinghei SC Extralight"/>
        <a:sym typeface="Lantinghei SC Extralight"/>
      </a:defRPr>
    </a:lvl7pPr>
    <a:lvl8pPr marL="0" marR="0" indent="32004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4500" u="none" kumimoji="0" normalizeH="0">
        <a:ln>
          <a:noFill/>
        </a:ln>
        <a:solidFill>
          <a:srgbClr val="000000"/>
        </a:solidFill>
        <a:effectLst/>
        <a:uFillTx/>
        <a:latin typeface="Lantinghei SC Extralight"/>
        <a:ea typeface="Lantinghei SC Extralight"/>
        <a:cs typeface="Lantinghei SC Extralight"/>
        <a:sym typeface="Lantinghei SC Extralight"/>
      </a:defRPr>
    </a:lvl8pPr>
    <a:lvl9pPr marL="0" marR="0" indent="36576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4500" u="none" kumimoji="0" normalizeH="0">
        <a:ln>
          <a:noFill/>
        </a:ln>
        <a:solidFill>
          <a:srgbClr val="000000"/>
        </a:solidFill>
        <a:effectLst/>
        <a:uFillTx/>
        <a:latin typeface="Lantinghei SC Extralight"/>
        <a:ea typeface="Lantinghei SC Extralight"/>
        <a:cs typeface="Lantinghei SC Extralight"/>
        <a:sym typeface="Lantinghei SC Extralight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lumOff val="-13575"/>
            </a:schemeClr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hueOff val="114395"/>
              <a:lumOff val="-24975"/>
            </a:schemeClr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 b="def" i="def"/>
      <a:tcStyle>
        <a:tcBdr/>
        <a:fill>
          <a:solidFill>
            <a:srgbClr val="E1E0DA"/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chemeClr val="accent3">
              <a:hueOff val="362282"/>
              <a:satOff val="31803"/>
              <a:lumOff val="-18242"/>
            </a:schemeClr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254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929292"/>
              </a:solidFill>
              <a:prstDash val="solid"/>
              <a:miter lim="400000"/>
            </a:ln>
          </a:left>
          <a:right>
            <a:ln w="12700" cap="flat">
              <a:solidFill>
                <a:srgbClr val="929292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929292"/>
              </a:solidFill>
              <a:prstDash val="solid"/>
              <a:miter lim="400000"/>
            </a:ln>
          </a:insideH>
          <a:insideV>
            <a:ln w="12700" cap="flat">
              <a:solidFill>
                <a:srgbClr val="929292"/>
              </a:solidFill>
              <a:prstDash val="solid"/>
              <a:miter lim="400000"/>
            </a:ln>
          </a:insideV>
        </a:tcBdr>
        <a:fill>
          <a:solidFill>
            <a:srgbClr val="017101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Helvetica Neue Light"/>
          <a:ea typeface="Helvetica Neue Light"/>
          <a:cs typeface="Helvetica Neue Light"/>
        </a:font>
        <a:srgbClr val="000000"/>
      </a:tcTxStyle>
      <a:tcStyle>
        <a:tcBdr>
          <a:lef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 b="def" i="def"/>
      <a:tcStyle>
        <a:tcBdr/>
        <a:fill>
          <a:solidFill>
            <a:srgbClr val="EDEADD"/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9BA00"/>
          </a:solidFill>
        </a:fill>
      </a:tcStyle>
    </a:firstCol>
    <a:la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 b="def" i="def"/>
      <a:tcStyle>
        <a:tcBdr/>
        <a:fill>
          <a:solidFill>
            <a:srgbClr val="DADBDA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chemeClr val="accent6">
              <a:hueOff val="-146070"/>
              <a:satOff val="-10048"/>
              <a:lumOff val="-30626"/>
            </a:schemeClr>
          </a:solidFill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C24785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C24785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B5B5C1"/>
          </a:solidFill>
        </a:fill>
      </a:tcStyle>
    </a:wholeTbl>
    <a:band2H>
      <a:tcTxStyle b="def" i="def"/>
      <a:tcStyle>
        <a:tcBdr/>
        <a:fill>
          <a:solidFill>
            <a:srgbClr val="9A9AA5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85F"/>
          </a:solidFill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98089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98089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Shape 126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27" name="Shape 127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/>
          <p:nvPr>
            <p:ph type="title"/>
          </p:nvPr>
        </p:nvSpPr>
        <p:spPr>
          <a:xfrm>
            <a:off x="1778000" y="2298700"/>
            <a:ext cx="20828000" cy="4648200"/>
          </a:xfrm>
          <a:prstGeom prst="rect">
            <a:avLst/>
          </a:prstGeom>
        </p:spPr>
        <p:txBody>
          <a:bodyPr anchor="b"/>
          <a:lstStyle/>
          <a:p>
            <a:pPr/>
            <a:r>
              <a:t>Title Text</a:t>
            </a:r>
          </a:p>
        </p:txBody>
      </p:sp>
      <p:sp>
        <p:nvSpPr>
          <p:cNvPr id="12" name="Body Level One…"/>
          <p:cNvSpPr txBox="1"/>
          <p:nvPr>
            <p:ph type="body" sz="quarter" idx="1"/>
          </p:nvPr>
        </p:nvSpPr>
        <p:spPr>
          <a:xfrm>
            <a:off x="1778000" y="7073900"/>
            <a:ext cx="20828000" cy="15875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5400"/>
            </a:lvl1pPr>
            <a:lvl2pPr marL="0" indent="0" algn="ctr">
              <a:spcBef>
                <a:spcPts val="0"/>
              </a:spcBef>
              <a:buSzTx/>
              <a:buNone/>
              <a:defRPr sz="5400"/>
            </a:lvl2pPr>
            <a:lvl3pPr marL="0" indent="0" algn="ctr">
              <a:spcBef>
                <a:spcPts val="0"/>
              </a:spcBef>
              <a:buSzTx/>
              <a:buNone/>
              <a:defRPr sz="5400"/>
            </a:lvl3pPr>
            <a:lvl4pPr marL="0" indent="0" algn="ctr">
              <a:spcBef>
                <a:spcPts val="0"/>
              </a:spcBef>
              <a:buSzTx/>
              <a:buNone/>
              <a:defRPr sz="5400"/>
            </a:lvl4pPr>
            <a:lvl5pPr marL="0" indent="0" algn="ctr">
              <a:spcBef>
                <a:spcPts val="0"/>
              </a:spcBef>
              <a:buSzTx/>
              <a:buNone/>
              <a:defRPr sz="5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 -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View of beach and sea from a grassy sand dune"/>
          <p:cNvSpPr/>
          <p:nvPr>
            <p:ph type="pic" idx="21"/>
          </p:nvPr>
        </p:nvSpPr>
        <p:spPr>
          <a:xfrm>
            <a:off x="3125968" y="-393700"/>
            <a:ext cx="18135601" cy="120904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21" name="Title Text"/>
          <p:cNvSpPr txBox="1"/>
          <p:nvPr>
            <p:ph type="title"/>
          </p:nvPr>
        </p:nvSpPr>
        <p:spPr>
          <a:xfrm>
            <a:off x="635000" y="9512300"/>
            <a:ext cx="23114000" cy="2006600"/>
          </a:xfrm>
          <a:prstGeom prst="rect">
            <a:avLst/>
          </a:prstGeom>
        </p:spPr>
        <p:txBody>
          <a:bodyPr anchor="b"/>
          <a:lstStyle/>
          <a:p>
            <a:pPr/>
            <a:r>
              <a:t>Title Text</a:t>
            </a:r>
          </a:p>
        </p:txBody>
      </p:sp>
      <p:sp>
        <p:nvSpPr>
          <p:cNvPr id="22" name="Body Level One…"/>
          <p:cNvSpPr txBox="1"/>
          <p:nvPr>
            <p:ph type="body" sz="quarter" idx="1"/>
          </p:nvPr>
        </p:nvSpPr>
        <p:spPr>
          <a:xfrm>
            <a:off x="635000" y="11442700"/>
            <a:ext cx="23114000" cy="15875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5400"/>
            </a:lvl1pPr>
            <a:lvl2pPr marL="0" indent="0" algn="ctr">
              <a:spcBef>
                <a:spcPts val="0"/>
              </a:spcBef>
              <a:buSzTx/>
              <a:buNone/>
              <a:defRPr sz="5400"/>
            </a:lvl2pPr>
            <a:lvl3pPr marL="0" indent="0" algn="ctr">
              <a:spcBef>
                <a:spcPts val="0"/>
              </a:spcBef>
              <a:buSzTx/>
              <a:buNone/>
              <a:defRPr sz="5400"/>
            </a:lvl3pPr>
            <a:lvl4pPr marL="0" indent="0" algn="ctr">
              <a:spcBef>
                <a:spcPts val="0"/>
              </a:spcBef>
              <a:buSzTx/>
              <a:buNone/>
              <a:defRPr sz="5400"/>
            </a:lvl4pPr>
            <a:lvl5pPr marL="0" indent="0" algn="ctr">
              <a:spcBef>
                <a:spcPts val="0"/>
              </a:spcBef>
              <a:buSzTx/>
              <a:buNone/>
              <a:defRPr sz="5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- Cen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Text"/>
          <p:cNvSpPr txBox="1"/>
          <p:nvPr>
            <p:ph type="title"/>
          </p:nvPr>
        </p:nvSpPr>
        <p:spPr>
          <a:xfrm>
            <a:off x="1778000" y="4533900"/>
            <a:ext cx="20828000" cy="4648200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3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 -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Heron flying low over a beach with a short fence in the foreground"/>
          <p:cNvSpPr/>
          <p:nvPr>
            <p:ph type="pic" sz="half" idx="21"/>
          </p:nvPr>
        </p:nvSpPr>
        <p:spPr>
          <a:xfrm>
            <a:off x="12827000" y="952500"/>
            <a:ext cx="11468100" cy="114681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39" name="Title Text"/>
          <p:cNvSpPr txBox="1"/>
          <p:nvPr>
            <p:ph type="title"/>
          </p:nvPr>
        </p:nvSpPr>
        <p:spPr>
          <a:xfrm>
            <a:off x="1651000" y="952500"/>
            <a:ext cx="10223500" cy="5549900"/>
          </a:xfrm>
          <a:prstGeom prst="rect">
            <a:avLst/>
          </a:prstGeom>
        </p:spPr>
        <p:txBody>
          <a:bodyPr anchor="b"/>
          <a:lstStyle>
            <a:lvl1pPr>
              <a:defRPr sz="8400"/>
            </a:lvl1pPr>
          </a:lstStyle>
          <a:p>
            <a:pPr/>
            <a:r>
              <a:t>Title Text</a:t>
            </a:r>
          </a:p>
        </p:txBody>
      </p:sp>
      <p:sp>
        <p:nvSpPr>
          <p:cNvPr id="40" name="Body Level One…"/>
          <p:cNvSpPr txBox="1"/>
          <p:nvPr>
            <p:ph type="body" sz="quarter" idx="1"/>
          </p:nvPr>
        </p:nvSpPr>
        <p:spPr>
          <a:xfrm>
            <a:off x="1651000" y="6527800"/>
            <a:ext cx="10223500" cy="57277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5400"/>
            </a:lvl1pPr>
            <a:lvl2pPr marL="0" indent="0" algn="ctr">
              <a:spcBef>
                <a:spcPts val="0"/>
              </a:spcBef>
              <a:buSzTx/>
              <a:buNone/>
              <a:defRPr sz="5400"/>
            </a:lvl2pPr>
            <a:lvl3pPr marL="0" indent="0" algn="ctr">
              <a:spcBef>
                <a:spcPts val="0"/>
              </a:spcBef>
              <a:buSzTx/>
              <a:buNone/>
              <a:defRPr sz="5400"/>
            </a:lvl3pPr>
            <a:lvl4pPr marL="0" indent="0" algn="ctr">
              <a:spcBef>
                <a:spcPts val="0"/>
              </a:spcBef>
              <a:buSzTx/>
              <a:buNone/>
              <a:defRPr sz="5400"/>
            </a:lvl4pPr>
            <a:lvl5pPr marL="0" indent="0" algn="ctr">
              <a:spcBef>
                <a:spcPts val="0"/>
              </a:spcBef>
              <a:buSzTx/>
              <a:buNone/>
              <a:defRPr sz="5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- 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4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57" name="Body Level One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andy path between two hills leading to the ocean"/>
          <p:cNvSpPr/>
          <p:nvPr>
            <p:ph type="pic" sz="half" idx="21"/>
          </p:nvPr>
        </p:nvSpPr>
        <p:spPr>
          <a:xfrm>
            <a:off x="10960100" y="3149600"/>
            <a:ext cx="13944600" cy="92964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66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67" name="Body Level One…"/>
          <p:cNvSpPr txBox="1"/>
          <p:nvPr>
            <p:ph type="body" sz="half" idx="1"/>
          </p:nvPr>
        </p:nvSpPr>
        <p:spPr>
          <a:xfrm>
            <a:off x="1689100" y="3149600"/>
            <a:ext cx="10223500" cy="9296400"/>
          </a:xfrm>
          <a:prstGeom prst="rect">
            <a:avLst/>
          </a:prstGeom>
        </p:spPr>
        <p:txBody>
          <a:bodyPr/>
          <a:lstStyle>
            <a:lvl1pPr marL="558800" indent="-558800">
              <a:spcBef>
                <a:spcPts val="4500"/>
              </a:spcBef>
              <a:defRPr sz="3800"/>
            </a:lvl1pPr>
            <a:lvl2pPr marL="1117600" indent="-558800">
              <a:spcBef>
                <a:spcPts val="4500"/>
              </a:spcBef>
              <a:defRPr sz="3800"/>
            </a:lvl2pPr>
            <a:lvl3pPr marL="1676400" indent="-558800">
              <a:spcBef>
                <a:spcPts val="4500"/>
              </a:spcBef>
              <a:defRPr sz="3800"/>
            </a:lvl3pPr>
            <a:lvl4pPr marL="2235200" indent="-558800">
              <a:spcBef>
                <a:spcPts val="4500"/>
              </a:spcBef>
              <a:defRPr sz="3800"/>
            </a:lvl4pPr>
            <a:lvl5pPr marL="2794000" indent="-558800">
              <a:spcBef>
                <a:spcPts val="4500"/>
              </a:spcBef>
              <a:defRPr sz="3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6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Body Level One…"/>
          <p:cNvSpPr txBox="1"/>
          <p:nvPr>
            <p:ph type="body" idx="1"/>
          </p:nvPr>
        </p:nvSpPr>
        <p:spPr>
          <a:xfrm>
            <a:off x="1689100" y="1778000"/>
            <a:ext cx="21005800" cy="10160000"/>
          </a:xfrm>
          <a:prstGeom prst="rect">
            <a:avLst/>
          </a:prstGeom>
        </p:spPr>
        <p:txBody>
          <a:bodyPr/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6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Sandy path between two hills leading to the ocean"/>
          <p:cNvSpPr/>
          <p:nvPr>
            <p:ph type="pic" sz="quarter" idx="21"/>
          </p:nvPr>
        </p:nvSpPr>
        <p:spPr>
          <a:xfrm>
            <a:off x="15300325" y="7048500"/>
            <a:ext cx="8324850" cy="55499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84" name="Heron flying low over a beach with a short fence in the foreground"/>
          <p:cNvSpPr/>
          <p:nvPr>
            <p:ph type="pic" sz="quarter" idx="22"/>
          </p:nvPr>
        </p:nvSpPr>
        <p:spPr>
          <a:xfrm>
            <a:off x="15760700" y="863600"/>
            <a:ext cx="7404100" cy="74041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85" name="View of beach and sea from a grassy sand dune"/>
          <p:cNvSpPr/>
          <p:nvPr>
            <p:ph type="pic" idx="23"/>
          </p:nvPr>
        </p:nvSpPr>
        <p:spPr>
          <a:xfrm>
            <a:off x="-990600" y="1130300"/>
            <a:ext cx="17202150" cy="114681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86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–Johnny Appleseed"/>
          <p:cNvSpPr txBox="1"/>
          <p:nvPr>
            <p:ph type="body" sz="quarter" idx="21"/>
          </p:nvPr>
        </p:nvSpPr>
        <p:spPr>
          <a:xfrm>
            <a:off x="2387600" y="8953500"/>
            <a:ext cx="19621500" cy="585521"/>
          </a:xfrm>
          <a:prstGeom prst="rect">
            <a:avLst/>
          </a:prstGeo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buSzTx/>
              <a:buNone/>
              <a:defRPr i="1" sz="3200"/>
            </a:lvl1pPr>
          </a:lstStyle>
          <a:p>
            <a:pPr/>
            <a:r>
              <a:t>–Johnny Appleseed</a:t>
            </a:r>
          </a:p>
        </p:txBody>
      </p:sp>
      <p:sp>
        <p:nvSpPr>
          <p:cNvPr id="94" name="“Type a quote here.”"/>
          <p:cNvSpPr txBox="1"/>
          <p:nvPr>
            <p:ph type="body" sz="quarter" idx="22"/>
          </p:nvPr>
        </p:nvSpPr>
        <p:spPr>
          <a:xfrm>
            <a:off x="2387600" y="6076950"/>
            <a:ext cx="19621500" cy="825500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SzTx/>
              <a:buNone/>
              <a:defRPr sz="4800">
                <a:latin typeface="+mn-lt"/>
                <a:ea typeface="+mn-ea"/>
                <a:cs typeface="+mn-cs"/>
                <a:sym typeface="Helvetica Neue Medium"/>
              </a:defRPr>
            </a:lvl1pPr>
          </a:lstStyle>
          <a:p>
            <a:pPr/>
            <a:r>
              <a:t>“Type a quote here.” </a:t>
            </a:r>
          </a:p>
        </p:txBody>
      </p:sp>
      <p:sp>
        <p:nvSpPr>
          <p:cNvPr id="9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View of beach and sea from a grassy sand dune"/>
          <p:cNvSpPr/>
          <p:nvPr>
            <p:ph type="pic" idx="21"/>
          </p:nvPr>
        </p:nvSpPr>
        <p:spPr>
          <a:xfrm>
            <a:off x="-50800" y="-1270000"/>
            <a:ext cx="24485600" cy="16323734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10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Author and Date"/>
          <p:cNvSpPr txBox="1"/>
          <p:nvPr>
            <p:ph type="body" sz="quarter" idx="21" hasCustomPrompt="1"/>
          </p:nvPr>
        </p:nvSpPr>
        <p:spPr>
          <a:xfrm>
            <a:off x="1219200" y="11986162"/>
            <a:ext cx="21945599" cy="605791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pc="-29" sz="3000">
                <a:latin typeface="Graphik Medium"/>
                <a:ea typeface="Graphik Medium"/>
                <a:cs typeface="Graphik Medium"/>
                <a:sym typeface="Graphik Medium"/>
              </a:defRPr>
            </a:lvl1pPr>
          </a:lstStyle>
          <a:p>
            <a:pPr/>
            <a:r>
              <a:t>Author and Date</a:t>
            </a:r>
          </a:p>
        </p:txBody>
      </p:sp>
      <p:sp>
        <p:nvSpPr>
          <p:cNvPr id="118" name="Presentation Title"/>
          <p:cNvSpPr txBox="1"/>
          <p:nvPr>
            <p:ph type="title" hasCustomPrompt="1"/>
          </p:nvPr>
        </p:nvSpPr>
        <p:spPr>
          <a:xfrm>
            <a:off x="1219200" y="3543300"/>
            <a:ext cx="21945600" cy="4267200"/>
          </a:xfrm>
          <a:prstGeom prst="rect">
            <a:avLst/>
          </a:prstGeom>
        </p:spPr>
        <p:txBody>
          <a:bodyPr anchor="b"/>
          <a:lstStyle>
            <a:lvl1pPr defTabSz="2438400">
              <a:lnSpc>
                <a:spcPct val="80000"/>
              </a:lnSpc>
              <a:defRPr spc="-128" sz="12800">
                <a:latin typeface="Canela Bold"/>
                <a:ea typeface="Canela Bold"/>
                <a:cs typeface="Canela Bold"/>
                <a:sym typeface="Canela Bold"/>
              </a:defRPr>
            </a:lvl1pPr>
          </a:lstStyle>
          <a:p>
            <a:pPr/>
            <a:r>
              <a:t>Presentation Title</a:t>
            </a:r>
          </a:p>
        </p:txBody>
      </p:sp>
      <p:sp>
        <p:nvSpPr>
          <p:cNvPr id="119" name="Body Level One…"/>
          <p:cNvSpPr txBox="1"/>
          <p:nvPr>
            <p:ph type="body" sz="quarter" idx="1" hasCustomPrompt="1"/>
          </p:nvPr>
        </p:nvSpPr>
        <p:spPr>
          <a:xfrm>
            <a:off x="1219200" y="7567579"/>
            <a:ext cx="21945600" cy="2250593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pc="-59" sz="6000">
                <a:latin typeface="Graphik Semibold"/>
                <a:ea typeface="Graphik Semibold"/>
                <a:cs typeface="Graphik Semibold"/>
                <a:sym typeface="Graphik Semibold"/>
              </a:defRPr>
            </a:lvl1pPr>
            <a:lvl2pPr marL="0" indent="457200" algn="ctr">
              <a:spcBef>
                <a:spcPts val="0"/>
              </a:spcBef>
              <a:buSzTx/>
              <a:buNone/>
              <a:defRPr spc="-59" sz="6000">
                <a:latin typeface="Graphik Semibold"/>
                <a:ea typeface="Graphik Semibold"/>
                <a:cs typeface="Graphik Semibold"/>
                <a:sym typeface="Graphik Semibold"/>
              </a:defRPr>
            </a:lvl2pPr>
            <a:lvl3pPr marL="0" indent="914400" algn="ctr">
              <a:spcBef>
                <a:spcPts val="0"/>
              </a:spcBef>
              <a:buSzTx/>
              <a:buNone/>
              <a:defRPr spc="-59" sz="6000">
                <a:latin typeface="Graphik Semibold"/>
                <a:ea typeface="Graphik Semibold"/>
                <a:cs typeface="Graphik Semibold"/>
                <a:sym typeface="Graphik Semibold"/>
              </a:defRPr>
            </a:lvl3pPr>
            <a:lvl4pPr marL="0" indent="1371600" algn="ctr">
              <a:spcBef>
                <a:spcPts val="0"/>
              </a:spcBef>
              <a:buSzTx/>
              <a:buNone/>
              <a:defRPr spc="-59" sz="6000">
                <a:latin typeface="Graphik Semibold"/>
                <a:ea typeface="Graphik Semibold"/>
                <a:cs typeface="Graphik Semibold"/>
                <a:sym typeface="Graphik Semibold"/>
              </a:defRPr>
            </a:lvl4pPr>
            <a:lvl5pPr marL="0" indent="1828800" algn="ctr">
              <a:spcBef>
                <a:spcPts val="0"/>
              </a:spcBef>
              <a:buSzTx/>
              <a:buNone/>
              <a:defRPr spc="-59" sz="6000">
                <a:latin typeface="Graphik Semibold"/>
                <a:ea typeface="Graphik Semibold"/>
                <a:cs typeface="Graphik Semibold"/>
                <a:sym typeface="Graphik Semibold"/>
              </a:defRPr>
            </a:lvl5pPr>
          </a:lstStyle>
          <a:p>
            <a:pPr/>
            <a:r>
              <a:t>Presentation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20" name="Slide Number"/>
          <p:cNvSpPr txBox="1"/>
          <p:nvPr>
            <p:ph type="sldNum" sz="quarter" idx="2"/>
          </p:nvPr>
        </p:nvSpPr>
        <p:spPr>
          <a:xfrm>
            <a:off x="12001499" y="12700000"/>
            <a:ext cx="388621" cy="429261"/>
          </a:xfrm>
          <a:prstGeom prst="rect">
            <a:avLst/>
          </a:prstGeom>
        </p:spPr>
        <p:txBody>
          <a:bodyPr anchor="b"/>
          <a:lstStyle>
            <a:lvl1pPr defTabSz="584200">
              <a:defRPr sz="2000">
                <a:solidFill>
                  <a:srgbClr val="5E5E5E"/>
                </a:solidFill>
                <a:latin typeface="Graphik"/>
                <a:ea typeface="Graphik"/>
                <a:cs typeface="Graphik"/>
                <a:sym typeface="Graphik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1689100" y="355600"/>
            <a:ext cx="21005800" cy="2286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1689100" y="3149600"/>
            <a:ext cx="21005800" cy="9296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11959031" y="13081000"/>
            <a:ext cx="453238" cy="461059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>
              <a:defRPr sz="24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</p:sldLayoutIdLst>
  <p:transition xmlns:p14="http://schemas.microsoft.com/office/powerpoint/2010/main" spd="med" advClick="1"/>
  <p:txStyles>
    <p:titleStyle>
      <a:lvl1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1200" u="none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1pPr>
      <a:lvl2pPr marL="0" marR="0" indent="4572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1200" u="none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2pPr>
      <a:lvl3pPr marL="0" marR="0" indent="9144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1200" u="none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3pPr>
      <a:lvl4pPr marL="0" marR="0" indent="13716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1200" u="none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4pPr>
      <a:lvl5pPr marL="0" marR="0" indent="18288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1200" u="none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5pPr>
      <a:lvl6pPr marL="0" marR="0" indent="22860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1200" u="none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6pPr>
      <a:lvl7pPr marL="0" marR="0" indent="27432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1200" u="none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7pPr>
      <a:lvl8pPr marL="0" marR="0" indent="32004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1200" u="none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8pPr>
      <a:lvl9pPr marL="0" marR="0" indent="36576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1200" u="none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9pPr>
    </p:titleStyle>
    <p:bodyStyle>
      <a:lvl1pPr marL="63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b="0" baseline="0" cap="none" i="0" spc="0" strike="noStrike" sz="5200" u="none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1pPr>
      <a:lvl2pPr marL="1270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b="0" baseline="0" cap="none" i="0" spc="0" strike="noStrike" sz="5200" u="none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2pPr>
      <a:lvl3pPr marL="190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b="0" baseline="0" cap="none" i="0" spc="0" strike="noStrike" sz="5200" u="none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3pPr>
      <a:lvl4pPr marL="2540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b="0" baseline="0" cap="none" i="0" spc="0" strike="noStrike" sz="5200" u="none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4pPr>
      <a:lvl5pPr marL="317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b="0" baseline="0" cap="none" i="0" spc="0" strike="noStrike" sz="5200" u="none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5pPr>
      <a:lvl6pPr marL="3810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b="0" baseline="0" cap="none" i="0" spc="0" strike="noStrike" sz="5200" u="none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6pPr>
      <a:lvl7pPr marL="444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b="0" baseline="0" cap="none" i="0" spc="0" strike="noStrike" sz="5200" u="none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7pPr>
      <a:lvl8pPr marL="5080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b="0" baseline="0" cap="none" i="0" spc="0" strike="noStrike" sz="5200" u="none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8pPr>
      <a:lvl9pPr marL="571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b="0" baseline="0" cap="none" i="0" spc="0" strike="noStrike" sz="5200" u="none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9pPr>
    </p:bodyStyle>
    <p:otherStyle>
      <a:lvl1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1pPr>
      <a:lvl2pPr marL="0" marR="0" indent="4572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2pPr>
      <a:lvl3pPr marL="0" marR="0" indent="9144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3pPr>
      <a:lvl4pPr marL="0" marR="0" indent="13716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4pPr>
      <a:lvl5pPr marL="0" marR="0" indent="18288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5pPr>
      <a:lvl6pPr marL="0" marR="0" indent="22860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6pPr>
      <a:lvl7pPr marL="0" marR="0" indent="27432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7pPr>
      <a:lvl8pPr marL="0" marR="0" indent="32004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8pPr>
      <a:lvl9pPr marL="0" marR="0" indent="36576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1.png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C语言程序设计"/>
          <p:cNvSpPr txBox="1"/>
          <p:nvPr/>
        </p:nvSpPr>
        <p:spPr>
          <a:xfrm>
            <a:off x="8252668" y="6013449"/>
            <a:ext cx="7878664" cy="1689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9000"/>
            </a:lvl1pPr>
          </a:lstStyle>
          <a:p>
            <a:pPr/>
            <a:r>
              <a:t>C语言程序设计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结构体与指针"/>
          <p:cNvSpPr txBox="1"/>
          <p:nvPr/>
        </p:nvSpPr>
        <p:spPr>
          <a:xfrm>
            <a:off x="550397" y="4409468"/>
            <a:ext cx="3543301" cy="88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/>
          </a:lstStyle>
          <a:p>
            <a:pPr/>
            <a:r>
              <a:t>结构体与指针</a:t>
            </a:r>
          </a:p>
        </p:txBody>
      </p:sp>
      <p:sp>
        <p:nvSpPr>
          <p:cNvPr id="132" name="内存对齐与内存补齐"/>
          <p:cNvSpPr txBox="1"/>
          <p:nvPr/>
        </p:nvSpPr>
        <p:spPr>
          <a:xfrm>
            <a:off x="596362" y="5897266"/>
            <a:ext cx="5257801" cy="88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/>
          </a:lstStyle>
          <a:p>
            <a:pPr/>
            <a:r>
              <a:t>内存对齐与内存补齐</a:t>
            </a:r>
          </a:p>
        </p:txBody>
      </p:sp>
      <p:grpSp>
        <p:nvGrpSpPr>
          <p:cNvPr id="135" name="组合 10"/>
          <p:cNvGrpSpPr/>
          <p:nvPr/>
        </p:nvGrpSpPr>
        <p:grpSpPr>
          <a:xfrm>
            <a:off x="600143" y="768962"/>
            <a:ext cx="812285" cy="1459277"/>
            <a:chOff x="0" y="0"/>
            <a:chExt cx="812284" cy="1459276"/>
          </a:xfrm>
        </p:grpSpPr>
        <p:sp>
          <p:nvSpPr>
            <p:cNvPr id="133" name="平行四边形 12"/>
            <p:cNvSpPr/>
            <p:nvPr/>
          </p:nvSpPr>
          <p:spPr>
            <a:xfrm rot="10800000">
              <a:off x="-1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  <p:sp>
          <p:nvSpPr>
            <p:cNvPr id="134" name="平行四边形 13"/>
            <p:cNvSpPr/>
            <p:nvPr/>
          </p:nvSpPr>
          <p:spPr>
            <a:xfrm rot="10800000">
              <a:off x="304287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</p:grpSp>
      <p:sp>
        <p:nvSpPr>
          <p:cNvPr id="136" name="文本框 14"/>
          <p:cNvSpPr txBox="1"/>
          <p:nvPr/>
        </p:nvSpPr>
        <p:spPr>
          <a:xfrm>
            <a:off x="1471629" y="835660"/>
            <a:ext cx="3446781" cy="13131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tIns="91439" bIns="91439">
            <a:spAutoFit/>
          </a:bodyPr>
          <a:lstStyle>
            <a:lvl1pPr algn="l" defTabSz="1828800">
              <a:defRPr sz="6400">
                <a:solidFill>
                  <a:srgbClr val="424242"/>
                </a:solidFill>
              </a:defRPr>
            </a:lvl1pPr>
          </a:lstStyle>
          <a:p>
            <a:pPr/>
            <a:r>
              <a:t>本节内容</a:t>
            </a:r>
          </a:p>
        </p:txBody>
      </p:sp>
      <p:sp>
        <p:nvSpPr>
          <p:cNvPr id="137" name="结构体的定义与初始化"/>
          <p:cNvSpPr txBox="1"/>
          <p:nvPr/>
        </p:nvSpPr>
        <p:spPr>
          <a:xfrm>
            <a:off x="596362" y="2921670"/>
            <a:ext cx="5829301" cy="88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/>
          </a:lstStyle>
          <a:p>
            <a:pPr/>
            <a:r>
              <a:t>结构体的定义与初始化</a:t>
            </a:r>
          </a:p>
        </p:txBody>
      </p:sp>
      <p:sp>
        <p:nvSpPr>
          <p:cNvPr id="138" name="typedef"/>
          <p:cNvSpPr txBox="1"/>
          <p:nvPr/>
        </p:nvSpPr>
        <p:spPr>
          <a:xfrm>
            <a:off x="596362" y="7385063"/>
            <a:ext cx="2152502" cy="88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/>
          </a:lstStyle>
          <a:p>
            <a:pPr/>
            <a:r>
              <a:t>typedef</a:t>
            </a:r>
          </a:p>
        </p:txBody>
      </p:sp>
      <p:sp>
        <p:nvSpPr>
          <p:cNvPr id="139" name="枚举"/>
          <p:cNvSpPr txBox="1"/>
          <p:nvPr/>
        </p:nvSpPr>
        <p:spPr>
          <a:xfrm>
            <a:off x="596362" y="8872861"/>
            <a:ext cx="1257301" cy="88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/>
          </a:lstStyle>
          <a:p>
            <a:pPr/>
            <a:r>
              <a:t>枚举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数据类型"/>
          <p:cNvSpPr txBox="1"/>
          <p:nvPr/>
        </p:nvSpPr>
        <p:spPr>
          <a:xfrm>
            <a:off x="3306510" y="6943587"/>
            <a:ext cx="2400301" cy="88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/>
          </a:lstStyle>
          <a:p>
            <a:pPr/>
            <a:r>
              <a:t>数据类型</a:t>
            </a:r>
          </a:p>
        </p:txBody>
      </p:sp>
      <p:sp>
        <p:nvSpPr>
          <p:cNvPr id="142" name="构造类型"/>
          <p:cNvSpPr txBox="1"/>
          <p:nvPr/>
        </p:nvSpPr>
        <p:spPr>
          <a:xfrm>
            <a:off x="7054101" y="6943587"/>
            <a:ext cx="2400301" cy="88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/>
          </a:lstStyle>
          <a:p>
            <a:pPr/>
            <a:r>
              <a:t>构造类型</a:t>
            </a:r>
          </a:p>
        </p:txBody>
      </p:sp>
      <p:sp>
        <p:nvSpPr>
          <p:cNvPr id="143" name="数组"/>
          <p:cNvSpPr txBox="1"/>
          <p:nvPr/>
        </p:nvSpPr>
        <p:spPr>
          <a:xfrm>
            <a:off x="11069453" y="5353325"/>
            <a:ext cx="1257301" cy="88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/>
          </a:lstStyle>
          <a:p>
            <a:pPr/>
            <a:r>
              <a:t>数组</a:t>
            </a:r>
          </a:p>
        </p:txBody>
      </p:sp>
      <p:sp>
        <p:nvSpPr>
          <p:cNvPr id="144" name="结构体  struct"/>
          <p:cNvSpPr txBox="1"/>
          <p:nvPr/>
        </p:nvSpPr>
        <p:spPr>
          <a:xfrm>
            <a:off x="11069453" y="6413500"/>
            <a:ext cx="4507708" cy="88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/>
          </a:lstStyle>
          <a:p>
            <a:pPr/>
            <a:r>
              <a:t>结构体　　struct</a:t>
            </a:r>
          </a:p>
        </p:txBody>
      </p:sp>
      <p:sp>
        <p:nvSpPr>
          <p:cNvPr id="145" name="联合类型 union"/>
          <p:cNvSpPr txBox="1"/>
          <p:nvPr/>
        </p:nvSpPr>
        <p:spPr>
          <a:xfrm>
            <a:off x="11069453" y="7473674"/>
            <a:ext cx="4476454" cy="88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/>
          </a:lstStyle>
          <a:p>
            <a:pPr/>
            <a:r>
              <a:t>联合类型　union</a:t>
            </a:r>
          </a:p>
        </p:txBody>
      </p:sp>
      <p:sp>
        <p:nvSpPr>
          <p:cNvPr id="146" name="枚举类型 enum"/>
          <p:cNvSpPr txBox="1"/>
          <p:nvPr/>
        </p:nvSpPr>
        <p:spPr>
          <a:xfrm>
            <a:off x="11069453" y="8533848"/>
            <a:ext cx="4532264" cy="88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/>
          </a:lstStyle>
          <a:p>
            <a:pPr/>
            <a:r>
              <a:t>枚举类型　enum</a:t>
            </a:r>
          </a:p>
        </p:txBody>
      </p:sp>
      <p:sp>
        <p:nvSpPr>
          <p:cNvPr id="147" name="浮点型（实型）"/>
          <p:cNvSpPr txBox="1"/>
          <p:nvPr/>
        </p:nvSpPr>
        <p:spPr>
          <a:xfrm>
            <a:off x="11069453" y="4293152"/>
            <a:ext cx="4114801" cy="88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/>
          </a:lstStyle>
          <a:p>
            <a:pPr/>
            <a:r>
              <a:t>浮点型（实型）</a:t>
            </a:r>
          </a:p>
        </p:txBody>
      </p:sp>
      <p:sp>
        <p:nvSpPr>
          <p:cNvPr id="148" name="字符型 char"/>
          <p:cNvSpPr txBox="1"/>
          <p:nvPr/>
        </p:nvSpPr>
        <p:spPr>
          <a:xfrm>
            <a:off x="11069453" y="3232978"/>
            <a:ext cx="3616971" cy="88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/>
          </a:lstStyle>
          <a:p>
            <a:pPr/>
            <a:r>
              <a:t>字符型　char</a:t>
            </a:r>
          </a:p>
        </p:txBody>
      </p:sp>
      <p:sp>
        <p:nvSpPr>
          <p:cNvPr id="149" name="整型  int、short、long"/>
          <p:cNvSpPr txBox="1"/>
          <p:nvPr/>
        </p:nvSpPr>
        <p:spPr>
          <a:xfrm>
            <a:off x="11069453" y="2172804"/>
            <a:ext cx="6731200" cy="88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/>
          </a:lstStyle>
          <a:p>
            <a:pPr/>
            <a:r>
              <a:t>整型　　int、short、long</a:t>
            </a:r>
          </a:p>
        </p:txBody>
      </p:sp>
      <p:sp>
        <p:nvSpPr>
          <p:cNvPr id="150" name="基本类型"/>
          <p:cNvSpPr txBox="1"/>
          <p:nvPr/>
        </p:nvSpPr>
        <p:spPr>
          <a:xfrm>
            <a:off x="7054101" y="3232978"/>
            <a:ext cx="2400301" cy="88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/>
          </a:lstStyle>
          <a:p>
            <a:pPr/>
            <a:r>
              <a:t>基本类型</a:t>
            </a:r>
          </a:p>
        </p:txBody>
      </p:sp>
      <p:sp>
        <p:nvSpPr>
          <p:cNvPr id="151" name="指针类型"/>
          <p:cNvSpPr txBox="1"/>
          <p:nvPr/>
        </p:nvSpPr>
        <p:spPr>
          <a:xfrm>
            <a:off x="7054101" y="10654195"/>
            <a:ext cx="2400301" cy="88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/>
          </a:lstStyle>
          <a:p>
            <a:pPr/>
            <a:r>
              <a:t>指针类型</a:t>
            </a:r>
          </a:p>
        </p:txBody>
      </p:sp>
      <p:sp>
        <p:nvSpPr>
          <p:cNvPr id="152" name="Line"/>
          <p:cNvSpPr/>
          <p:nvPr/>
        </p:nvSpPr>
        <p:spPr>
          <a:xfrm>
            <a:off x="5751806" y="7388087"/>
            <a:ext cx="1257301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153" name="Line"/>
          <p:cNvSpPr/>
          <p:nvPr/>
        </p:nvSpPr>
        <p:spPr>
          <a:xfrm flipV="1">
            <a:off x="6380456" y="3675038"/>
            <a:ext cx="1" cy="7426097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154" name="Line"/>
          <p:cNvSpPr/>
          <p:nvPr/>
        </p:nvSpPr>
        <p:spPr>
          <a:xfrm>
            <a:off x="6372866" y="3677478"/>
            <a:ext cx="636241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155" name="Line"/>
          <p:cNvSpPr/>
          <p:nvPr/>
        </p:nvSpPr>
        <p:spPr>
          <a:xfrm>
            <a:off x="6372866" y="11098695"/>
            <a:ext cx="636241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156" name="Line"/>
          <p:cNvSpPr/>
          <p:nvPr/>
        </p:nvSpPr>
        <p:spPr>
          <a:xfrm>
            <a:off x="9633277" y="3677478"/>
            <a:ext cx="1257301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157" name="Line"/>
          <p:cNvSpPr/>
          <p:nvPr/>
        </p:nvSpPr>
        <p:spPr>
          <a:xfrm flipV="1">
            <a:off x="10261928" y="2623466"/>
            <a:ext cx="1" cy="2120724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158" name="Line"/>
          <p:cNvSpPr/>
          <p:nvPr/>
        </p:nvSpPr>
        <p:spPr>
          <a:xfrm>
            <a:off x="10254338" y="4737652"/>
            <a:ext cx="636241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159" name="Line"/>
          <p:cNvSpPr/>
          <p:nvPr/>
        </p:nvSpPr>
        <p:spPr>
          <a:xfrm>
            <a:off x="10254338" y="2617304"/>
            <a:ext cx="636241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160" name="Line"/>
          <p:cNvSpPr/>
          <p:nvPr/>
        </p:nvSpPr>
        <p:spPr>
          <a:xfrm>
            <a:off x="9633277" y="7388087"/>
            <a:ext cx="636241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161" name="Line"/>
          <p:cNvSpPr/>
          <p:nvPr/>
        </p:nvSpPr>
        <p:spPr>
          <a:xfrm flipV="1">
            <a:off x="10261927" y="5785125"/>
            <a:ext cx="1" cy="3205923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162" name="Line"/>
          <p:cNvSpPr/>
          <p:nvPr/>
        </p:nvSpPr>
        <p:spPr>
          <a:xfrm>
            <a:off x="10254338" y="5797825"/>
            <a:ext cx="636241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163" name="Line"/>
          <p:cNvSpPr/>
          <p:nvPr/>
        </p:nvSpPr>
        <p:spPr>
          <a:xfrm>
            <a:off x="10254338" y="6858000"/>
            <a:ext cx="636241" cy="0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164" name="Line"/>
          <p:cNvSpPr/>
          <p:nvPr/>
        </p:nvSpPr>
        <p:spPr>
          <a:xfrm>
            <a:off x="10254338" y="7918174"/>
            <a:ext cx="636241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165" name="Line"/>
          <p:cNvSpPr/>
          <p:nvPr/>
        </p:nvSpPr>
        <p:spPr>
          <a:xfrm>
            <a:off x="10254338" y="8978348"/>
            <a:ext cx="636241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166" name="单精度 float"/>
          <p:cNvSpPr txBox="1"/>
          <p:nvPr/>
        </p:nvSpPr>
        <p:spPr>
          <a:xfrm>
            <a:off x="16830975" y="3410778"/>
            <a:ext cx="3545534" cy="88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/>
          </a:lstStyle>
          <a:p>
            <a:pPr/>
            <a:r>
              <a:t>单精度　float</a:t>
            </a:r>
          </a:p>
        </p:txBody>
      </p:sp>
      <p:sp>
        <p:nvSpPr>
          <p:cNvPr id="167" name="Line"/>
          <p:cNvSpPr/>
          <p:nvPr/>
        </p:nvSpPr>
        <p:spPr>
          <a:xfrm>
            <a:off x="15363128" y="4737652"/>
            <a:ext cx="636241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168" name="Line"/>
          <p:cNvSpPr/>
          <p:nvPr/>
        </p:nvSpPr>
        <p:spPr>
          <a:xfrm flipV="1">
            <a:off x="16007615" y="3849172"/>
            <a:ext cx="1" cy="1776960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169" name="Line"/>
          <p:cNvSpPr/>
          <p:nvPr/>
        </p:nvSpPr>
        <p:spPr>
          <a:xfrm>
            <a:off x="15997966" y="3855278"/>
            <a:ext cx="636240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170" name="Line"/>
          <p:cNvSpPr/>
          <p:nvPr/>
        </p:nvSpPr>
        <p:spPr>
          <a:xfrm>
            <a:off x="15997966" y="5605797"/>
            <a:ext cx="636240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171" name="单精度 double"/>
          <p:cNvSpPr txBox="1"/>
          <p:nvPr/>
        </p:nvSpPr>
        <p:spPr>
          <a:xfrm>
            <a:off x="16830975" y="5161297"/>
            <a:ext cx="4246514" cy="88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/>
          </a:lstStyle>
          <a:p>
            <a:pPr/>
            <a:r>
              <a:t>单精度　double</a:t>
            </a:r>
          </a:p>
        </p:txBody>
      </p:sp>
      <p:grpSp>
        <p:nvGrpSpPr>
          <p:cNvPr id="174" name="组合 10"/>
          <p:cNvGrpSpPr/>
          <p:nvPr/>
        </p:nvGrpSpPr>
        <p:grpSpPr>
          <a:xfrm>
            <a:off x="600143" y="768962"/>
            <a:ext cx="812285" cy="1459277"/>
            <a:chOff x="0" y="0"/>
            <a:chExt cx="812284" cy="1459276"/>
          </a:xfrm>
        </p:grpSpPr>
        <p:sp>
          <p:nvSpPr>
            <p:cNvPr id="172" name="平行四边形 12"/>
            <p:cNvSpPr/>
            <p:nvPr/>
          </p:nvSpPr>
          <p:spPr>
            <a:xfrm rot="10800000">
              <a:off x="-1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  <p:sp>
          <p:nvSpPr>
            <p:cNvPr id="173" name="平行四边形 13"/>
            <p:cNvSpPr/>
            <p:nvPr/>
          </p:nvSpPr>
          <p:spPr>
            <a:xfrm rot="10800000">
              <a:off x="304287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</p:grpSp>
      <p:sp>
        <p:nvSpPr>
          <p:cNvPr id="175" name="文本框 14"/>
          <p:cNvSpPr txBox="1"/>
          <p:nvPr/>
        </p:nvSpPr>
        <p:spPr>
          <a:xfrm>
            <a:off x="1471629" y="835660"/>
            <a:ext cx="3446781" cy="13131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tIns="91439" bIns="91439">
            <a:spAutoFit/>
          </a:bodyPr>
          <a:lstStyle>
            <a:lvl1pPr algn="l" defTabSz="1828800">
              <a:defRPr sz="6400">
                <a:solidFill>
                  <a:srgbClr val="424242"/>
                </a:solidFill>
              </a:defRPr>
            </a:lvl1pPr>
          </a:lstStyle>
          <a:p>
            <a:pPr/>
            <a:r>
              <a:t>数据类型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结构体是一个或多个变量的集合，这些变量可以是不同的类型。"/>
          <p:cNvSpPr txBox="1"/>
          <p:nvPr/>
        </p:nvSpPr>
        <p:spPr>
          <a:xfrm>
            <a:off x="1133378" y="3032366"/>
            <a:ext cx="16116301" cy="88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 defTabSz="2438400">
              <a:lnSpc>
                <a:spcPct val="90000"/>
              </a:lnSpc>
            </a:lvl1pPr>
          </a:lstStyle>
          <a:p>
            <a:pPr/>
            <a:r>
              <a:t>结构体是一个或多个变量的集合，这些变量可以是不同的类型。</a:t>
            </a:r>
          </a:p>
        </p:txBody>
      </p:sp>
      <p:sp>
        <p:nvSpPr>
          <p:cNvPr id="178" name="声名语法："/>
          <p:cNvSpPr txBox="1"/>
          <p:nvPr/>
        </p:nvSpPr>
        <p:spPr>
          <a:xfrm>
            <a:off x="1133378" y="4166505"/>
            <a:ext cx="2971801" cy="88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 defTabSz="2438400">
              <a:lnSpc>
                <a:spcPct val="90000"/>
              </a:lnSpc>
            </a:lvl1pPr>
          </a:lstStyle>
          <a:p>
            <a:pPr/>
            <a:r>
              <a:t>声名语法：</a:t>
            </a:r>
          </a:p>
        </p:txBody>
      </p:sp>
      <p:sp>
        <p:nvSpPr>
          <p:cNvPr id="179" name="Rounded Rectangle"/>
          <p:cNvSpPr/>
          <p:nvPr/>
        </p:nvSpPr>
        <p:spPr>
          <a:xfrm>
            <a:off x="1065880" y="5327022"/>
            <a:ext cx="11079323" cy="6066297"/>
          </a:xfrm>
          <a:prstGeom prst="roundRect">
            <a:avLst>
              <a:gd name="adj" fmla="val 2682"/>
            </a:avLst>
          </a:prstGeom>
          <a:solidFill>
            <a:srgbClr val="EFF6FB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</a:p>
        </p:txBody>
      </p:sp>
      <p:sp>
        <p:nvSpPr>
          <p:cNvPr id="180" name="Rounded Rectangle"/>
          <p:cNvSpPr/>
          <p:nvPr/>
        </p:nvSpPr>
        <p:spPr>
          <a:xfrm>
            <a:off x="1102595" y="5300645"/>
            <a:ext cx="189337" cy="6066297"/>
          </a:xfrm>
          <a:prstGeom prst="roundRect">
            <a:avLst>
              <a:gd name="adj" fmla="val 50000"/>
            </a:avLst>
          </a:prstGeom>
          <a:solidFill>
            <a:srgbClr val="369DE8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</a:p>
        </p:txBody>
      </p:sp>
      <p:sp>
        <p:nvSpPr>
          <p:cNvPr id="181" name="struct 结构体名…"/>
          <p:cNvSpPr txBox="1"/>
          <p:nvPr/>
        </p:nvSpPr>
        <p:spPr>
          <a:xfrm>
            <a:off x="1637386" y="5787150"/>
            <a:ext cx="9936311" cy="5146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/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struct 结构体名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{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数据类型 变量名;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数据类型 变量名;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……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};</a:t>
            </a:r>
          </a:p>
        </p:txBody>
      </p:sp>
      <p:sp>
        <p:nvSpPr>
          <p:cNvPr id="182" name="Rounded Rectangle"/>
          <p:cNvSpPr/>
          <p:nvPr/>
        </p:nvSpPr>
        <p:spPr>
          <a:xfrm>
            <a:off x="12629172" y="5327022"/>
            <a:ext cx="11079323" cy="6066297"/>
          </a:xfrm>
          <a:prstGeom prst="roundRect">
            <a:avLst>
              <a:gd name="adj" fmla="val 2682"/>
            </a:avLst>
          </a:prstGeom>
          <a:solidFill>
            <a:srgbClr val="EFF6FB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</a:p>
        </p:txBody>
      </p:sp>
      <p:sp>
        <p:nvSpPr>
          <p:cNvPr id="183" name="struct point…"/>
          <p:cNvSpPr txBox="1"/>
          <p:nvPr/>
        </p:nvSpPr>
        <p:spPr>
          <a:xfrm>
            <a:off x="13200677" y="5787150"/>
            <a:ext cx="9936311" cy="394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/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struct point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{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int x;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int y;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};</a:t>
            </a:r>
          </a:p>
        </p:txBody>
      </p:sp>
      <p:sp>
        <p:nvSpPr>
          <p:cNvPr id="184" name="Rounded Rectangle"/>
          <p:cNvSpPr/>
          <p:nvPr/>
        </p:nvSpPr>
        <p:spPr>
          <a:xfrm>
            <a:off x="12578271" y="5327022"/>
            <a:ext cx="189337" cy="6066297"/>
          </a:xfrm>
          <a:prstGeom prst="roundRect">
            <a:avLst>
              <a:gd name="adj" fmla="val 50000"/>
            </a:avLst>
          </a:prstGeom>
          <a:solidFill>
            <a:srgbClr val="369DE8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</a:p>
        </p:txBody>
      </p:sp>
      <p:grpSp>
        <p:nvGrpSpPr>
          <p:cNvPr id="187" name="组合 10"/>
          <p:cNvGrpSpPr/>
          <p:nvPr/>
        </p:nvGrpSpPr>
        <p:grpSpPr>
          <a:xfrm>
            <a:off x="600143" y="768962"/>
            <a:ext cx="812285" cy="1459277"/>
            <a:chOff x="0" y="0"/>
            <a:chExt cx="812284" cy="1459276"/>
          </a:xfrm>
        </p:grpSpPr>
        <p:sp>
          <p:nvSpPr>
            <p:cNvPr id="185" name="平行四边形 12"/>
            <p:cNvSpPr/>
            <p:nvPr/>
          </p:nvSpPr>
          <p:spPr>
            <a:xfrm rot="10800000">
              <a:off x="-1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  <p:sp>
          <p:nvSpPr>
            <p:cNvPr id="186" name="平行四边形 13"/>
            <p:cNvSpPr/>
            <p:nvPr/>
          </p:nvSpPr>
          <p:spPr>
            <a:xfrm rot="10800000">
              <a:off x="304287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</p:grpSp>
      <p:sp>
        <p:nvSpPr>
          <p:cNvPr id="188" name="文本框 14"/>
          <p:cNvSpPr txBox="1"/>
          <p:nvPr/>
        </p:nvSpPr>
        <p:spPr>
          <a:xfrm>
            <a:off x="1471629" y="835660"/>
            <a:ext cx="5072381" cy="13131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tIns="91439" bIns="91439">
            <a:spAutoFit/>
          </a:bodyPr>
          <a:lstStyle>
            <a:lvl1pPr algn="l" defTabSz="1828800">
              <a:defRPr sz="6400">
                <a:solidFill>
                  <a:srgbClr val="424242"/>
                </a:solidFill>
              </a:defRPr>
            </a:lvl1pPr>
          </a:lstStyle>
          <a:p>
            <a:pPr/>
            <a:r>
              <a:t>结构体的定义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Rounded Rectangle"/>
          <p:cNvSpPr/>
          <p:nvPr/>
        </p:nvSpPr>
        <p:spPr>
          <a:xfrm>
            <a:off x="1139845" y="3206674"/>
            <a:ext cx="15069275" cy="1733057"/>
          </a:xfrm>
          <a:prstGeom prst="roundRect">
            <a:avLst>
              <a:gd name="adj" fmla="val 9388"/>
            </a:avLst>
          </a:prstGeom>
          <a:solidFill>
            <a:srgbClr val="EFF6FB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</a:p>
        </p:txBody>
      </p:sp>
      <p:sp>
        <p:nvSpPr>
          <p:cNvPr id="191" name="Rounded Rectangle"/>
          <p:cNvSpPr/>
          <p:nvPr/>
        </p:nvSpPr>
        <p:spPr>
          <a:xfrm>
            <a:off x="1176561" y="3180297"/>
            <a:ext cx="188618" cy="1785811"/>
          </a:xfrm>
          <a:prstGeom prst="roundRect">
            <a:avLst>
              <a:gd name="adj" fmla="val 50000"/>
            </a:avLst>
          </a:prstGeom>
          <a:solidFill>
            <a:srgbClr val="369DE8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</a:p>
        </p:txBody>
      </p:sp>
      <p:sp>
        <p:nvSpPr>
          <p:cNvPr id="192" name="struct 结构体名 变量名;"/>
          <p:cNvSpPr txBox="1"/>
          <p:nvPr/>
        </p:nvSpPr>
        <p:spPr>
          <a:xfrm>
            <a:off x="1711351" y="3666802"/>
            <a:ext cx="9936311" cy="812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struct 结构体名 变量名;</a:t>
            </a:r>
          </a:p>
        </p:txBody>
      </p:sp>
      <p:sp>
        <p:nvSpPr>
          <p:cNvPr id="193" name="Rounded Rectangle"/>
          <p:cNvSpPr/>
          <p:nvPr/>
        </p:nvSpPr>
        <p:spPr>
          <a:xfrm>
            <a:off x="1139845" y="5555480"/>
            <a:ext cx="15069275" cy="1733057"/>
          </a:xfrm>
          <a:prstGeom prst="roundRect">
            <a:avLst>
              <a:gd name="adj" fmla="val 9388"/>
            </a:avLst>
          </a:prstGeom>
          <a:solidFill>
            <a:srgbClr val="EFF6FB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</a:p>
        </p:txBody>
      </p:sp>
      <p:sp>
        <p:nvSpPr>
          <p:cNvPr id="194" name="Rounded Rectangle"/>
          <p:cNvSpPr/>
          <p:nvPr/>
        </p:nvSpPr>
        <p:spPr>
          <a:xfrm>
            <a:off x="1176561" y="5529103"/>
            <a:ext cx="188618" cy="1785811"/>
          </a:xfrm>
          <a:prstGeom prst="roundRect">
            <a:avLst>
              <a:gd name="adj" fmla="val 50000"/>
            </a:avLst>
          </a:prstGeom>
          <a:solidFill>
            <a:srgbClr val="369DE8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</a:p>
        </p:txBody>
      </p:sp>
      <p:sp>
        <p:nvSpPr>
          <p:cNvPr id="195" name="struct point p;"/>
          <p:cNvSpPr txBox="1"/>
          <p:nvPr/>
        </p:nvSpPr>
        <p:spPr>
          <a:xfrm>
            <a:off x="1711351" y="6085458"/>
            <a:ext cx="9936311" cy="673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struct point p;</a:t>
            </a:r>
          </a:p>
        </p:txBody>
      </p:sp>
      <p:sp>
        <p:nvSpPr>
          <p:cNvPr id="196" name="Rounded Rectangle"/>
          <p:cNvSpPr/>
          <p:nvPr/>
        </p:nvSpPr>
        <p:spPr>
          <a:xfrm>
            <a:off x="1139845" y="7724776"/>
            <a:ext cx="15069275" cy="1733057"/>
          </a:xfrm>
          <a:prstGeom prst="roundRect">
            <a:avLst>
              <a:gd name="adj" fmla="val 9388"/>
            </a:avLst>
          </a:prstGeom>
          <a:solidFill>
            <a:srgbClr val="EFF6FB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</a:p>
        </p:txBody>
      </p:sp>
      <p:sp>
        <p:nvSpPr>
          <p:cNvPr id="197" name="Rounded Rectangle"/>
          <p:cNvSpPr/>
          <p:nvPr/>
        </p:nvSpPr>
        <p:spPr>
          <a:xfrm>
            <a:off x="1176561" y="7698399"/>
            <a:ext cx="188618" cy="1785812"/>
          </a:xfrm>
          <a:prstGeom prst="roundRect">
            <a:avLst>
              <a:gd name="adj" fmla="val 50000"/>
            </a:avLst>
          </a:prstGeom>
          <a:solidFill>
            <a:srgbClr val="369DE8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</a:p>
        </p:txBody>
      </p:sp>
      <p:grpSp>
        <p:nvGrpSpPr>
          <p:cNvPr id="200" name="组合 10"/>
          <p:cNvGrpSpPr/>
          <p:nvPr/>
        </p:nvGrpSpPr>
        <p:grpSpPr>
          <a:xfrm>
            <a:off x="600143" y="768962"/>
            <a:ext cx="812285" cy="1459277"/>
            <a:chOff x="0" y="0"/>
            <a:chExt cx="812284" cy="1459276"/>
          </a:xfrm>
        </p:grpSpPr>
        <p:sp>
          <p:nvSpPr>
            <p:cNvPr id="198" name="平行四边形 12"/>
            <p:cNvSpPr/>
            <p:nvPr/>
          </p:nvSpPr>
          <p:spPr>
            <a:xfrm rot="10800000">
              <a:off x="-1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  <p:sp>
          <p:nvSpPr>
            <p:cNvPr id="199" name="平行四边形 13"/>
            <p:cNvSpPr/>
            <p:nvPr/>
          </p:nvSpPr>
          <p:spPr>
            <a:xfrm rot="10800000">
              <a:off x="304287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</p:grpSp>
      <p:sp>
        <p:nvSpPr>
          <p:cNvPr id="201" name="文本框 14"/>
          <p:cNvSpPr txBox="1"/>
          <p:nvPr/>
        </p:nvSpPr>
        <p:spPr>
          <a:xfrm>
            <a:off x="1471629" y="835660"/>
            <a:ext cx="9949181" cy="13131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tIns="91439" bIns="91439">
            <a:spAutoFit/>
          </a:bodyPr>
          <a:lstStyle>
            <a:lvl1pPr algn="l" defTabSz="1828800">
              <a:defRPr sz="6400">
                <a:solidFill>
                  <a:srgbClr val="424242"/>
                </a:solidFill>
              </a:defRPr>
            </a:lvl1pPr>
          </a:lstStyle>
          <a:p>
            <a:pPr/>
            <a:r>
              <a:t>结构体变量的声明与初始化</a:t>
            </a:r>
          </a:p>
        </p:txBody>
      </p:sp>
      <p:sp>
        <p:nvSpPr>
          <p:cNvPr id="202" name="struct 结构体名 变量名 = {值1, 值2 ……};"/>
          <p:cNvSpPr txBox="1"/>
          <p:nvPr/>
        </p:nvSpPr>
        <p:spPr>
          <a:xfrm>
            <a:off x="1711351" y="8184905"/>
            <a:ext cx="13926263" cy="812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struct 结构体名 变量名 = {值1, 值2 ……};</a:t>
            </a:r>
          </a:p>
        </p:txBody>
      </p:sp>
      <p:sp>
        <p:nvSpPr>
          <p:cNvPr id="203" name="Rounded Rectangle"/>
          <p:cNvSpPr/>
          <p:nvPr/>
        </p:nvSpPr>
        <p:spPr>
          <a:xfrm>
            <a:off x="1139845" y="9894072"/>
            <a:ext cx="15069275" cy="1733058"/>
          </a:xfrm>
          <a:prstGeom prst="roundRect">
            <a:avLst>
              <a:gd name="adj" fmla="val 9388"/>
            </a:avLst>
          </a:prstGeom>
          <a:solidFill>
            <a:srgbClr val="EFF6FB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</a:p>
        </p:txBody>
      </p:sp>
      <p:sp>
        <p:nvSpPr>
          <p:cNvPr id="204" name="Rounded Rectangle"/>
          <p:cNvSpPr/>
          <p:nvPr/>
        </p:nvSpPr>
        <p:spPr>
          <a:xfrm>
            <a:off x="1176561" y="9867696"/>
            <a:ext cx="188618" cy="1785811"/>
          </a:xfrm>
          <a:prstGeom prst="roundRect">
            <a:avLst>
              <a:gd name="adj" fmla="val 50000"/>
            </a:avLst>
          </a:prstGeom>
          <a:solidFill>
            <a:srgbClr val="369DE8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</a:p>
        </p:txBody>
      </p:sp>
      <p:sp>
        <p:nvSpPr>
          <p:cNvPr id="205" name="struct point p = {1, 2};"/>
          <p:cNvSpPr txBox="1"/>
          <p:nvPr/>
        </p:nvSpPr>
        <p:spPr>
          <a:xfrm>
            <a:off x="1711351" y="10354201"/>
            <a:ext cx="13926263" cy="673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struct point p = {1, 2};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Rounded Rectangle"/>
          <p:cNvSpPr/>
          <p:nvPr/>
        </p:nvSpPr>
        <p:spPr>
          <a:xfrm>
            <a:off x="1139845" y="3206674"/>
            <a:ext cx="18618173" cy="1733057"/>
          </a:xfrm>
          <a:prstGeom prst="roundRect">
            <a:avLst>
              <a:gd name="adj" fmla="val 9388"/>
            </a:avLst>
          </a:prstGeom>
          <a:solidFill>
            <a:srgbClr val="EFF6FB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</a:p>
        </p:txBody>
      </p:sp>
      <p:sp>
        <p:nvSpPr>
          <p:cNvPr id="208" name="Rounded Rectangle"/>
          <p:cNvSpPr/>
          <p:nvPr/>
        </p:nvSpPr>
        <p:spPr>
          <a:xfrm>
            <a:off x="1176561" y="3180297"/>
            <a:ext cx="188618" cy="1785811"/>
          </a:xfrm>
          <a:prstGeom prst="roundRect">
            <a:avLst>
              <a:gd name="adj" fmla="val 50000"/>
            </a:avLst>
          </a:prstGeom>
          <a:solidFill>
            <a:srgbClr val="369DE8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</a:p>
        </p:txBody>
      </p:sp>
      <p:sp>
        <p:nvSpPr>
          <p:cNvPr id="209" name="struct 结构体名 变量名 = {.变量名=值, .变量名=值 ……};"/>
          <p:cNvSpPr txBox="1"/>
          <p:nvPr/>
        </p:nvSpPr>
        <p:spPr>
          <a:xfrm>
            <a:off x="1711351" y="3666802"/>
            <a:ext cx="17475161" cy="812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struct 结构体名 变量名 = {.变量名=值, .变量名=值 ……};</a:t>
            </a:r>
          </a:p>
        </p:txBody>
      </p:sp>
      <p:sp>
        <p:nvSpPr>
          <p:cNvPr id="210" name="Rounded Rectangle"/>
          <p:cNvSpPr/>
          <p:nvPr/>
        </p:nvSpPr>
        <p:spPr>
          <a:xfrm>
            <a:off x="1139845" y="5555480"/>
            <a:ext cx="18618173" cy="1733057"/>
          </a:xfrm>
          <a:prstGeom prst="roundRect">
            <a:avLst>
              <a:gd name="adj" fmla="val 9388"/>
            </a:avLst>
          </a:prstGeom>
          <a:solidFill>
            <a:srgbClr val="EFF6FB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</a:p>
        </p:txBody>
      </p:sp>
      <p:sp>
        <p:nvSpPr>
          <p:cNvPr id="211" name="Rounded Rectangle"/>
          <p:cNvSpPr/>
          <p:nvPr/>
        </p:nvSpPr>
        <p:spPr>
          <a:xfrm>
            <a:off x="1176561" y="5529103"/>
            <a:ext cx="188618" cy="1785811"/>
          </a:xfrm>
          <a:prstGeom prst="roundRect">
            <a:avLst>
              <a:gd name="adj" fmla="val 50000"/>
            </a:avLst>
          </a:prstGeom>
          <a:solidFill>
            <a:srgbClr val="369DE8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</a:p>
        </p:txBody>
      </p:sp>
      <p:sp>
        <p:nvSpPr>
          <p:cNvPr id="212" name="struct point p = {.x=1, .y=2};"/>
          <p:cNvSpPr txBox="1"/>
          <p:nvPr/>
        </p:nvSpPr>
        <p:spPr>
          <a:xfrm>
            <a:off x="1711351" y="6085458"/>
            <a:ext cx="9936311" cy="673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struct point p = {.x=1, .y=2};</a:t>
            </a:r>
          </a:p>
        </p:txBody>
      </p:sp>
      <p:sp>
        <p:nvSpPr>
          <p:cNvPr id="213" name="Rounded Rectangle"/>
          <p:cNvSpPr/>
          <p:nvPr/>
        </p:nvSpPr>
        <p:spPr>
          <a:xfrm>
            <a:off x="1139845" y="7724776"/>
            <a:ext cx="18618173" cy="1733057"/>
          </a:xfrm>
          <a:prstGeom prst="roundRect">
            <a:avLst>
              <a:gd name="adj" fmla="val 9388"/>
            </a:avLst>
          </a:prstGeom>
          <a:solidFill>
            <a:srgbClr val="EFF6FB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</a:p>
        </p:txBody>
      </p:sp>
      <p:sp>
        <p:nvSpPr>
          <p:cNvPr id="214" name="Rounded Rectangle"/>
          <p:cNvSpPr/>
          <p:nvPr/>
        </p:nvSpPr>
        <p:spPr>
          <a:xfrm>
            <a:off x="1176561" y="7698399"/>
            <a:ext cx="188618" cy="1785812"/>
          </a:xfrm>
          <a:prstGeom prst="roundRect">
            <a:avLst>
              <a:gd name="adj" fmla="val 50000"/>
            </a:avLst>
          </a:prstGeom>
          <a:solidFill>
            <a:srgbClr val="369DE8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</a:p>
        </p:txBody>
      </p:sp>
      <p:grpSp>
        <p:nvGrpSpPr>
          <p:cNvPr id="217" name="组合 10"/>
          <p:cNvGrpSpPr/>
          <p:nvPr/>
        </p:nvGrpSpPr>
        <p:grpSpPr>
          <a:xfrm>
            <a:off x="600143" y="768962"/>
            <a:ext cx="812285" cy="1459277"/>
            <a:chOff x="0" y="0"/>
            <a:chExt cx="812284" cy="1459276"/>
          </a:xfrm>
        </p:grpSpPr>
        <p:sp>
          <p:nvSpPr>
            <p:cNvPr id="215" name="平行四边形 12"/>
            <p:cNvSpPr/>
            <p:nvPr/>
          </p:nvSpPr>
          <p:spPr>
            <a:xfrm rot="10800000">
              <a:off x="-1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  <p:sp>
          <p:nvSpPr>
            <p:cNvPr id="216" name="平行四边形 13"/>
            <p:cNvSpPr/>
            <p:nvPr/>
          </p:nvSpPr>
          <p:spPr>
            <a:xfrm rot="10800000">
              <a:off x="304287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</p:grpSp>
      <p:sp>
        <p:nvSpPr>
          <p:cNvPr id="218" name="struct point p = {.y=2, .x=1}"/>
          <p:cNvSpPr txBox="1"/>
          <p:nvPr/>
        </p:nvSpPr>
        <p:spPr>
          <a:xfrm>
            <a:off x="1711351" y="8184905"/>
            <a:ext cx="13926263" cy="673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struct point p = {.y=2, .x=1}</a:t>
            </a:r>
          </a:p>
        </p:txBody>
      </p:sp>
      <p:sp>
        <p:nvSpPr>
          <p:cNvPr id="219" name="文本框 14"/>
          <p:cNvSpPr txBox="1"/>
          <p:nvPr/>
        </p:nvSpPr>
        <p:spPr>
          <a:xfrm>
            <a:off x="1471629" y="835660"/>
            <a:ext cx="9949181" cy="13131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tIns="91439" bIns="91439">
            <a:spAutoFit/>
          </a:bodyPr>
          <a:lstStyle>
            <a:lvl1pPr algn="l" defTabSz="1828800">
              <a:defRPr sz="6400">
                <a:solidFill>
                  <a:srgbClr val="424242"/>
                </a:solidFill>
              </a:defRPr>
            </a:lvl1pPr>
          </a:lstStyle>
          <a:p>
            <a:pPr/>
            <a:r>
              <a:t>结构体变量的声明与初始化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7" name="Group"/>
          <p:cNvGrpSpPr/>
          <p:nvPr/>
        </p:nvGrpSpPr>
        <p:grpSpPr>
          <a:xfrm>
            <a:off x="631845" y="3325801"/>
            <a:ext cx="11079323" cy="4678030"/>
            <a:chOff x="0" y="0"/>
            <a:chExt cx="11079322" cy="4678029"/>
          </a:xfrm>
        </p:grpSpPr>
        <p:sp>
          <p:nvSpPr>
            <p:cNvPr id="221" name="Rounded Rectangle"/>
            <p:cNvSpPr/>
            <p:nvPr/>
          </p:nvSpPr>
          <p:spPr>
            <a:xfrm>
              <a:off x="0" y="26376"/>
              <a:ext cx="11079323" cy="1733057"/>
            </a:xfrm>
            <a:prstGeom prst="roundRect">
              <a:avLst>
                <a:gd name="adj" fmla="val 9388"/>
              </a:avLst>
            </a:prstGeom>
            <a:solidFill>
              <a:srgbClr val="EFF6FB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</a:p>
          </p:txBody>
        </p:sp>
        <p:sp>
          <p:nvSpPr>
            <p:cNvPr id="222" name="Rounded Rectangle"/>
            <p:cNvSpPr/>
            <p:nvPr/>
          </p:nvSpPr>
          <p:spPr>
            <a:xfrm>
              <a:off x="36715" y="0"/>
              <a:ext cx="188618" cy="1785811"/>
            </a:xfrm>
            <a:prstGeom prst="roundRect">
              <a:avLst>
                <a:gd name="adj" fmla="val 50000"/>
              </a:avLst>
            </a:prstGeom>
            <a:solidFill>
              <a:srgbClr val="369DE8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</a:p>
          </p:txBody>
        </p:sp>
        <p:sp>
          <p:nvSpPr>
            <p:cNvPr id="223" name="变量名.结构体内部变量名 = 值"/>
            <p:cNvSpPr txBox="1"/>
            <p:nvPr/>
          </p:nvSpPr>
          <p:spPr>
            <a:xfrm>
              <a:off x="571506" y="486505"/>
              <a:ext cx="9936310" cy="8128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algn="l" defTabSz="2438338">
                <a:lnSpc>
                  <a:spcPct val="90000"/>
                </a:lnSpc>
                <a:spcBef>
                  <a:spcPts val="2400"/>
                </a:spcBef>
                <a:defRPr sz="4000">
                  <a:latin typeface="Courier New"/>
                  <a:ea typeface="Courier New"/>
                  <a:cs typeface="Courier New"/>
                  <a:sym typeface="Courier New"/>
                </a:defRPr>
              </a:lvl1pPr>
            </a:lstStyle>
            <a:p>
              <a:pPr/>
              <a:r>
                <a:t>变量名.结构体内部变量名 = 值</a:t>
              </a:r>
            </a:p>
          </p:txBody>
        </p:sp>
        <p:sp>
          <p:nvSpPr>
            <p:cNvPr id="224" name="Rounded Rectangle"/>
            <p:cNvSpPr/>
            <p:nvPr/>
          </p:nvSpPr>
          <p:spPr>
            <a:xfrm>
              <a:off x="0" y="2265522"/>
              <a:ext cx="11079323" cy="2412508"/>
            </a:xfrm>
            <a:prstGeom prst="roundRect">
              <a:avLst>
                <a:gd name="adj" fmla="val 6744"/>
              </a:avLst>
            </a:prstGeom>
            <a:solidFill>
              <a:srgbClr val="EFF6FB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</a:p>
          </p:txBody>
        </p:sp>
        <p:sp>
          <p:nvSpPr>
            <p:cNvPr id="225" name="p.x = 10;…"/>
            <p:cNvSpPr txBox="1"/>
            <p:nvPr/>
          </p:nvSpPr>
          <p:spPr>
            <a:xfrm>
              <a:off x="571505" y="2725651"/>
              <a:ext cx="9936311" cy="149225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/>
            <a:p>
              <a:pPr algn="l" defTabSz="2438338">
                <a:lnSpc>
                  <a:spcPct val="90000"/>
                </a:lnSpc>
                <a:spcBef>
                  <a:spcPts val="2400"/>
                </a:spcBef>
                <a:defRPr sz="4000">
                  <a:latin typeface="Courier New"/>
                  <a:ea typeface="Courier New"/>
                  <a:cs typeface="Courier New"/>
                  <a:sym typeface="Courier New"/>
                </a:defRPr>
              </a:pPr>
              <a:r>
                <a:t>p.x = 10;</a:t>
              </a:r>
            </a:p>
            <a:p>
              <a:pPr algn="l" defTabSz="2438338">
                <a:lnSpc>
                  <a:spcPct val="90000"/>
                </a:lnSpc>
                <a:spcBef>
                  <a:spcPts val="2400"/>
                </a:spcBef>
                <a:defRPr sz="4000">
                  <a:latin typeface="Courier New"/>
                  <a:ea typeface="Courier New"/>
                  <a:cs typeface="Courier New"/>
                  <a:sym typeface="Courier New"/>
                </a:defRPr>
              </a:pPr>
              <a:r>
                <a:t>p.y = 15</a:t>
              </a:r>
            </a:p>
          </p:txBody>
        </p:sp>
        <p:sp>
          <p:nvSpPr>
            <p:cNvPr id="226" name="Rounded Rectangle"/>
            <p:cNvSpPr/>
            <p:nvPr/>
          </p:nvSpPr>
          <p:spPr>
            <a:xfrm>
              <a:off x="36715" y="2239145"/>
              <a:ext cx="188618" cy="2412508"/>
            </a:xfrm>
            <a:prstGeom prst="roundRect">
              <a:avLst>
                <a:gd name="adj" fmla="val 50000"/>
              </a:avLst>
            </a:prstGeom>
            <a:solidFill>
              <a:srgbClr val="369DE8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</a:p>
          </p:txBody>
        </p:sp>
      </p:grpSp>
      <p:grpSp>
        <p:nvGrpSpPr>
          <p:cNvPr id="230" name="组合 10"/>
          <p:cNvGrpSpPr/>
          <p:nvPr/>
        </p:nvGrpSpPr>
        <p:grpSpPr>
          <a:xfrm>
            <a:off x="600143" y="768962"/>
            <a:ext cx="812285" cy="1459277"/>
            <a:chOff x="0" y="0"/>
            <a:chExt cx="812284" cy="1459276"/>
          </a:xfrm>
        </p:grpSpPr>
        <p:sp>
          <p:nvSpPr>
            <p:cNvPr id="228" name="平行四边形 12"/>
            <p:cNvSpPr/>
            <p:nvPr/>
          </p:nvSpPr>
          <p:spPr>
            <a:xfrm rot="10800000">
              <a:off x="-1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  <p:sp>
          <p:nvSpPr>
            <p:cNvPr id="229" name="平行四边形 13"/>
            <p:cNvSpPr/>
            <p:nvPr/>
          </p:nvSpPr>
          <p:spPr>
            <a:xfrm rot="10800000">
              <a:off x="304287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</p:grpSp>
      <p:sp>
        <p:nvSpPr>
          <p:cNvPr id="231" name="文本框 14"/>
          <p:cNvSpPr txBox="1"/>
          <p:nvPr/>
        </p:nvSpPr>
        <p:spPr>
          <a:xfrm>
            <a:off x="1471629" y="835660"/>
            <a:ext cx="5885181" cy="13131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tIns="91439" bIns="91439">
            <a:spAutoFit/>
          </a:bodyPr>
          <a:lstStyle>
            <a:lvl1pPr algn="l" defTabSz="1828800">
              <a:defRPr sz="6400">
                <a:solidFill>
                  <a:srgbClr val="424242"/>
                </a:solidFill>
              </a:defRPr>
            </a:lvl1pPr>
          </a:lstStyle>
          <a:p>
            <a:pPr/>
            <a:r>
              <a:t>结构体变量赋值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ID="10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7" dur="800"/>
                                        <p:tgtEl>
                                          <p:spTgt spid="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227" grpId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在一些场景中，如果传递给函数的结构体很大，使用指针方式的效率通常更高。"/>
          <p:cNvSpPr txBox="1"/>
          <p:nvPr/>
        </p:nvSpPr>
        <p:spPr>
          <a:xfrm>
            <a:off x="1133378" y="3611850"/>
            <a:ext cx="20116801" cy="88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 defTabSz="2438400">
              <a:lnSpc>
                <a:spcPct val="120000"/>
              </a:lnSpc>
            </a:lvl1pPr>
          </a:lstStyle>
          <a:p>
            <a:pPr/>
            <a:r>
              <a:t>在一些场景中，如果传递给函数的结构体很大，使用指针方式的效率通常更高。</a:t>
            </a:r>
          </a:p>
        </p:txBody>
      </p:sp>
      <p:sp>
        <p:nvSpPr>
          <p:cNvPr id="234" name="Rounded Rectangle"/>
          <p:cNvSpPr/>
          <p:nvPr/>
        </p:nvSpPr>
        <p:spPr>
          <a:xfrm>
            <a:off x="1090535" y="6263919"/>
            <a:ext cx="10392575" cy="1733058"/>
          </a:xfrm>
          <a:prstGeom prst="roundRect">
            <a:avLst>
              <a:gd name="adj" fmla="val 9388"/>
            </a:avLst>
          </a:prstGeom>
          <a:solidFill>
            <a:srgbClr val="EFF6FB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</a:p>
        </p:txBody>
      </p:sp>
      <p:sp>
        <p:nvSpPr>
          <p:cNvPr id="235" name="Rounded Rectangle"/>
          <p:cNvSpPr/>
          <p:nvPr/>
        </p:nvSpPr>
        <p:spPr>
          <a:xfrm>
            <a:off x="1127250" y="6237542"/>
            <a:ext cx="188618" cy="1785812"/>
          </a:xfrm>
          <a:prstGeom prst="roundRect">
            <a:avLst>
              <a:gd name="adj" fmla="val 50000"/>
            </a:avLst>
          </a:prstGeom>
          <a:solidFill>
            <a:srgbClr val="369DE8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</a:p>
        </p:txBody>
      </p:sp>
      <p:sp>
        <p:nvSpPr>
          <p:cNvPr id="236" name="struct point *pp;"/>
          <p:cNvSpPr txBox="1"/>
          <p:nvPr/>
        </p:nvSpPr>
        <p:spPr>
          <a:xfrm>
            <a:off x="1662041" y="6793897"/>
            <a:ext cx="9936311" cy="673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struct point *pp;</a:t>
            </a:r>
          </a:p>
        </p:txBody>
      </p:sp>
      <p:sp>
        <p:nvSpPr>
          <p:cNvPr id="237" name="pp指向一个point结构体"/>
          <p:cNvSpPr txBox="1"/>
          <p:nvPr/>
        </p:nvSpPr>
        <p:spPr>
          <a:xfrm>
            <a:off x="1133378" y="4937885"/>
            <a:ext cx="6135143" cy="88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 defTabSz="2438400">
              <a:lnSpc>
                <a:spcPct val="120000"/>
              </a:lnSpc>
            </a:lvl1pPr>
          </a:lstStyle>
          <a:p>
            <a:pPr/>
            <a:r>
              <a:t>pp指向一个point结构体</a:t>
            </a:r>
          </a:p>
        </p:txBody>
      </p:sp>
      <p:sp>
        <p:nvSpPr>
          <p:cNvPr id="238" name="为pp所指向的结构体中的属性赋值"/>
          <p:cNvSpPr txBox="1"/>
          <p:nvPr/>
        </p:nvSpPr>
        <p:spPr>
          <a:xfrm>
            <a:off x="1133378" y="8434010"/>
            <a:ext cx="8807352" cy="88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 defTabSz="2438400">
              <a:lnSpc>
                <a:spcPct val="120000"/>
              </a:lnSpc>
            </a:lvl1pPr>
          </a:lstStyle>
          <a:p>
            <a:pPr/>
            <a:r>
              <a:t>为pp所指向的结构体中的属性赋值</a:t>
            </a:r>
          </a:p>
        </p:txBody>
      </p:sp>
      <p:sp>
        <p:nvSpPr>
          <p:cNvPr id="239" name="Rounded Rectangle"/>
          <p:cNvSpPr/>
          <p:nvPr/>
        </p:nvSpPr>
        <p:spPr>
          <a:xfrm>
            <a:off x="1090535" y="9786422"/>
            <a:ext cx="10392575" cy="2552207"/>
          </a:xfrm>
          <a:prstGeom prst="roundRect">
            <a:avLst>
              <a:gd name="adj" fmla="val 6375"/>
            </a:avLst>
          </a:prstGeom>
          <a:solidFill>
            <a:srgbClr val="EFF6FB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</a:p>
        </p:txBody>
      </p:sp>
      <p:sp>
        <p:nvSpPr>
          <p:cNvPr id="240" name="Rounded Rectangle"/>
          <p:cNvSpPr/>
          <p:nvPr/>
        </p:nvSpPr>
        <p:spPr>
          <a:xfrm>
            <a:off x="1127250" y="9760045"/>
            <a:ext cx="188618" cy="2552206"/>
          </a:xfrm>
          <a:prstGeom prst="roundRect">
            <a:avLst>
              <a:gd name="adj" fmla="val 50000"/>
            </a:avLst>
          </a:prstGeom>
          <a:solidFill>
            <a:srgbClr val="369DE8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</a:p>
        </p:txBody>
      </p:sp>
      <p:sp>
        <p:nvSpPr>
          <p:cNvPr id="241" name="(*pp).x = 10;…"/>
          <p:cNvSpPr txBox="1"/>
          <p:nvPr/>
        </p:nvSpPr>
        <p:spPr>
          <a:xfrm>
            <a:off x="1662041" y="10316400"/>
            <a:ext cx="9936311" cy="14922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/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(*pp).x = 10;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(*pp).y = 5;</a:t>
            </a:r>
          </a:p>
        </p:txBody>
      </p:sp>
      <p:sp>
        <p:nvSpPr>
          <p:cNvPr id="242" name="为了使用方便，C 语言提供了另外一种简写方式"/>
          <p:cNvSpPr txBox="1"/>
          <p:nvPr/>
        </p:nvSpPr>
        <p:spPr>
          <a:xfrm>
            <a:off x="11647047" y="8434010"/>
            <a:ext cx="12155985" cy="88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 defTabSz="2438400">
              <a:lnSpc>
                <a:spcPct val="120000"/>
              </a:lnSpc>
            </a:lvl1pPr>
          </a:lstStyle>
          <a:p>
            <a:pPr/>
            <a:r>
              <a:t>为了使用方便，C 语言提供了另外一种简写方式</a:t>
            </a:r>
          </a:p>
        </p:txBody>
      </p:sp>
      <p:grpSp>
        <p:nvGrpSpPr>
          <p:cNvPr id="246" name="Group"/>
          <p:cNvGrpSpPr/>
          <p:nvPr/>
        </p:nvGrpSpPr>
        <p:grpSpPr>
          <a:xfrm>
            <a:off x="12185378" y="9746857"/>
            <a:ext cx="10507817" cy="2578583"/>
            <a:chOff x="0" y="0"/>
            <a:chExt cx="10507815" cy="2578582"/>
          </a:xfrm>
        </p:grpSpPr>
        <p:sp>
          <p:nvSpPr>
            <p:cNvPr id="243" name="Rounded Rectangle"/>
            <p:cNvSpPr/>
            <p:nvPr/>
          </p:nvSpPr>
          <p:spPr>
            <a:xfrm>
              <a:off x="0" y="26377"/>
              <a:ext cx="10392575" cy="2552206"/>
            </a:xfrm>
            <a:prstGeom prst="roundRect">
              <a:avLst>
                <a:gd name="adj" fmla="val 6375"/>
              </a:avLst>
            </a:prstGeom>
            <a:solidFill>
              <a:srgbClr val="EFF6FB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</a:p>
          </p:txBody>
        </p:sp>
        <p:sp>
          <p:nvSpPr>
            <p:cNvPr id="244" name="Rounded Rectangle"/>
            <p:cNvSpPr/>
            <p:nvPr/>
          </p:nvSpPr>
          <p:spPr>
            <a:xfrm>
              <a:off x="36715" y="0"/>
              <a:ext cx="188618" cy="2552206"/>
            </a:xfrm>
            <a:prstGeom prst="roundRect">
              <a:avLst>
                <a:gd name="adj" fmla="val 50000"/>
              </a:avLst>
            </a:prstGeom>
            <a:solidFill>
              <a:srgbClr val="369DE8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</a:p>
          </p:txBody>
        </p:sp>
        <p:sp>
          <p:nvSpPr>
            <p:cNvPr id="245" name="pp-&gt;x = 10;…"/>
            <p:cNvSpPr txBox="1"/>
            <p:nvPr/>
          </p:nvSpPr>
          <p:spPr>
            <a:xfrm>
              <a:off x="571506" y="556355"/>
              <a:ext cx="9936310" cy="149225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/>
            <a:p>
              <a:pPr algn="l" defTabSz="2438338">
                <a:lnSpc>
                  <a:spcPct val="90000"/>
                </a:lnSpc>
                <a:spcBef>
                  <a:spcPts val="2400"/>
                </a:spcBef>
                <a:defRPr sz="4000">
                  <a:latin typeface="Courier New"/>
                  <a:ea typeface="Courier New"/>
                  <a:cs typeface="Courier New"/>
                  <a:sym typeface="Courier New"/>
                </a:defRPr>
              </a:pPr>
              <a:r>
                <a:t>pp-&gt;x = 10;</a:t>
              </a:r>
            </a:p>
            <a:p>
              <a:pPr algn="l" defTabSz="2438338">
                <a:lnSpc>
                  <a:spcPct val="90000"/>
                </a:lnSpc>
                <a:spcBef>
                  <a:spcPts val="2400"/>
                </a:spcBef>
                <a:defRPr sz="4000">
                  <a:latin typeface="Courier New"/>
                  <a:ea typeface="Courier New"/>
                  <a:cs typeface="Courier New"/>
                  <a:sym typeface="Courier New"/>
                </a:defRPr>
              </a:pPr>
              <a:r>
                <a:t>pp-&gt;y = 5;</a:t>
              </a:r>
            </a:p>
          </p:txBody>
        </p:sp>
      </p:grpSp>
      <p:sp>
        <p:nvSpPr>
          <p:cNvPr id="247" name="案例：结构体/test3.c"/>
          <p:cNvSpPr txBox="1"/>
          <p:nvPr/>
        </p:nvSpPr>
        <p:spPr>
          <a:xfrm>
            <a:off x="1052520" y="12749285"/>
            <a:ext cx="5552481" cy="88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 defTabSz="2438400">
              <a:lnSpc>
                <a:spcPct val="90000"/>
              </a:lnSpc>
              <a:defRPr>
                <a:solidFill>
                  <a:srgbClr val="5E5E5E"/>
                </a:solidFill>
              </a:defRPr>
            </a:lvl1pPr>
          </a:lstStyle>
          <a:p>
            <a:pPr/>
            <a:r>
              <a:t>案例：结构体/test3.c</a:t>
            </a:r>
          </a:p>
        </p:txBody>
      </p:sp>
      <p:grpSp>
        <p:nvGrpSpPr>
          <p:cNvPr id="250" name="组合 10"/>
          <p:cNvGrpSpPr/>
          <p:nvPr/>
        </p:nvGrpSpPr>
        <p:grpSpPr>
          <a:xfrm>
            <a:off x="600143" y="768962"/>
            <a:ext cx="812285" cy="1459277"/>
            <a:chOff x="0" y="0"/>
            <a:chExt cx="812284" cy="1459276"/>
          </a:xfrm>
        </p:grpSpPr>
        <p:sp>
          <p:nvSpPr>
            <p:cNvPr id="248" name="平行四边形 12"/>
            <p:cNvSpPr/>
            <p:nvPr/>
          </p:nvSpPr>
          <p:spPr>
            <a:xfrm rot="10800000">
              <a:off x="-1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  <p:sp>
          <p:nvSpPr>
            <p:cNvPr id="249" name="平行四边形 13"/>
            <p:cNvSpPr/>
            <p:nvPr/>
          </p:nvSpPr>
          <p:spPr>
            <a:xfrm rot="10800000">
              <a:off x="304287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</p:grpSp>
      <p:sp>
        <p:nvSpPr>
          <p:cNvPr id="251" name="文本框 14"/>
          <p:cNvSpPr txBox="1"/>
          <p:nvPr/>
        </p:nvSpPr>
        <p:spPr>
          <a:xfrm>
            <a:off x="1471629" y="835660"/>
            <a:ext cx="5072381" cy="13131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tIns="91439" bIns="91439">
            <a:spAutoFit/>
          </a:bodyPr>
          <a:lstStyle>
            <a:lvl1pPr algn="l" defTabSz="1828800">
              <a:defRPr sz="6400">
                <a:solidFill>
                  <a:srgbClr val="424242"/>
                </a:solidFill>
              </a:defRPr>
            </a:lvl1pPr>
          </a:lstStyle>
          <a:p>
            <a:pPr/>
            <a:r>
              <a:t>结构体与指针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ID="10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7" dur="800"/>
                                        <p:tgtEl>
                                          <p:spTgt spid="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800"/>
                            </p:stCondLst>
                            <p:childTnLst>
                              <p:par>
                                <p:cTn id="9" presetClass="entr" nodeType="afterEffect" presetID="10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1" dur="800"/>
                                        <p:tgtEl>
                                          <p:spTgt spid="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600"/>
                            </p:stCondLst>
                            <p:childTnLst>
                              <p:par>
                                <p:cTn id="13" presetClass="entr" nodeType="afterEffect" presetID="10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5" dur="800"/>
                                        <p:tgtEl>
                                          <p:spTgt spid="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247" grpId="3"/>
      <p:bldP build="whole" bldLvl="1" animBg="1" rev="0" advAuto="0" spid="246" grpId="1"/>
      <p:bldP build="whole" bldLvl="1" animBg="1" rev="0" advAuto="0" spid="242" grpId="2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5" name="组合 10"/>
          <p:cNvGrpSpPr/>
          <p:nvPr/>
        </p:nvGrpSpPr>
        <p:grpSpPr>
          <a:xfrm>
            <a:off x="600143" y="768962"/>
            <a:ext cx="812285" cy="1459277"/>
            <a:chOff x="0" y="0"/>
            <a:chExt cx="812284" cy="1459276"/>
          </a:xfrm>
        </p:grpSpPr>
        <p:sp>
          <p:nvSpPr>
            <p:cNvPr id="253" name="平行四边形 12"/>
            <p:cNvSpPr/>
            <p:nvPr/>
          </p:nvSpPr>
          <p:spPr>
            <a:xfrm rot="10800000">
              <a:off x="-1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  <p:sp>
          <p:nvSpPr>
            <p:cNvPr id="254" name="平行四边形 13"/>
            <p:cNvSpPr/>
            <p:nvPr/>
          </p:nvSpPr>
          <p:spPr>
            <a:xfrm rot="10800000">
              <a:off x="304287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</p:grpSp>
      <p:sp>
        <p:nvSpPr>
          <p:cNvPr id="256" name="文本框 14"/>
          <p:cNvSpPr txBox="1"/>
          <p:nvPr/>
        </p:nvSpPr>
        <p:spPr>
          <a:xfrm>
            <a:off x="1471629" y="835660"/>
            <a:ext cx="3446781" cy="13131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tIns="91439" bIns="91439">
            <a:spAutoFit/>
          </a:bodyPr>
          <a:lstStyle>
            <a:lvl1pPr algn="l" defTabSz="1828800">
              <a:defRPr sz="6400">
                <a:solidFill>
                  <a:srgbClr val="424242"/>
                </a:solidFill>
              </a:defRPr>
            </a:lvl1pPr>
          </a:lstStyle>
          <a:p>
            <a:pPr/>
            <a:r>
              <a:t>内存对齐</a:t>
            </a:r>
          </a:p>
        </p:txBody>
      </p:sp>
      <p:sp>
        <p:nvSpPr>
          <p:cNvPr id="257" name="结构体中每个成员的起始地址，必须是其自身大小的整数倍，为此可能需要在中间填充若干字节"/>
          <p:cNvSpPr txBox="1"/>
          <p:nvPr/>
        </p:nvSpPr>
        <p:spPr>
          <a:xfrm>
            <a:off x="609025" y="3150042"/>
            <a:ext cx="23165950" cy="1833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algn="l">
              <a:lnSpc>
                <a:spcPct val="120000"/>
              </a:lnSpc>
            </a:lvl1pPr>
          </a:lstStyle>
          <a:p>
            <a:pPr/>
            <a:r>
              <a:t>结构体中每个成员的起始地址，必须是其自身大小的整数倍，为此可能需要在中间填充若干字节</a:t>
            </a:r>
          </a:p>
        </p:txBody>
      </p:sp>
      <p:graphicFrame>
        <p:nvGraphicFramePr>
          <p:cNvPr id="258" name="Table 1"/>
          <p:cNvGraphicFramePr/>
          <p:nvPr/>
        </p:nvGraphicFramePr>
        <p:xfrm>
          <a:off x="1219200" y="12025259"/>
          <a:ext cx="21958300" cy="1073555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1" rtl="0">
                <a:tableStyleId>{C7B018BB-80A7-4F77-B60F-C8B233D01FF8}</a:tableStyleId>
              </a:tblPr>
              <a:tblGrid>
                <a:gridCol w="1219200"/>
                <a:gridCol w="1219200"/>
                <a:gridCol w="1219200"/>
                <a:gridCol w="1219200"/>
                <a:gridCol w="1219200"/>
                <a:gridCol w="1219200"/>
                <a:gridCol w="1219200"/>
                <a:gridCol w="1219200"/>
                <a:gridCol w="1219200"/>
                <a:gridCol w="1219200"/>
                <a:gridCol w="1219200"/>
                <a:gridCol w="1219200"/>
                <a:gridCol w="1219200"/>
                <a:gridCol w="1219200"/>
                <a:gridCol w="1219200"/>
                <a:gridCol w="1219200"/>
                <a:gridCol w="1219200"/>
                <a:gridCol w="1219200"/>
              </a:tblGrid>
              <a:tr h="1060854"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40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a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40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填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40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b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4000">
                          <a:latin typeface="Courier New"/>
                          <a:ea typeface="Courier New"/>
                          <a:cs typeface="Courier New"/>
                          <a:sym typeface="Courier New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40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c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40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填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40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填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40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填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40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d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4000">
                          <a:latin typeface="Courier New"/>
                          <a:ea typeface="Courier New"/>
                          <a:cs typeface="Courier New"/>
                          <a:sym typeface="Courier New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4000">
                          <a:latin typeface="Courier New"/>
                          <a:ea typeface="Courier New"/>
                          <a:cs typeface="Courier New"/>
                          <a:sym typeface="Courier New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4000">
                          <a:latin typeface="Courier New"/>
                          <a:ea typeface="Courier New"/>
                          <a:cs typeface="Courier New"/>
                          <a:sym typeface="Courier New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4000">
                          <a:latin typeface="Courier New"/>
                          <a:ea typeface="Courier New"/>
                          <a:cs typeface="Courier New"/>
                          <a:sym typeface="Courier New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4000">
                          <a:latin typeface="Courier New"/>
                          <a:ea typeface="Courier New"/>
                          <a:cs typeface="Courier New"/>
                          <a:sym typeface="Courier New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4000">
                          <a:latin typeface="Courier New"/>
                          <a:ea typeface="Courier New"/>
                          <a:cs typeface="Courier New"/>
                          <a:sym typeface="Courier New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4000">
                          <a:latin typeface="Courier New"/>
                          <a:ea typeface="Courier New"/>
                          <a:cs typeface="Courier New"/>
                          <a:sym typeface="Courier New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4000">
                          <a:latin typeface="Courier New"/>
                          <a:ea typeface="Courier New"/>
                          <a:cs typeface="Courier New"/>
                          <a:sym typeface="Courier New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4000">
                          <a:latin typeface="Courier New"/>
                          <a:ea typeface="Courier New"/>
                          <a:cs typeface="Courier New"/>
                          <a:sym typeface="Courier New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59" name="Rounded Rectangle"/>
          <p:cNvSpPr/>
          <p:nvPr/>
        </p:nvSpPr>
        <p:spPr>
          <a:xfrm>
            <a:off x="560274" y="4913344"/>
            <a:ext cx="11079323" cy="6066297"/>
          </a:xfrm>
          <a:prstGeom prst="roundRect">
            <a:avLst>
              <a:gd name="adj" fmla="val 2682"/>
            </a:avLst>
          </a:prstGeom>
          <a:solidFill>
            <a:srgbClr val="EFF6FB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</a:p>
        </p:txBody>
      </p:sp>
      <p:sp>
        <p:nvSpPr>
          <p:cNvPr id="260" name="Rounded Rectangle"/>
          <p:cNvSpPr/>
          <p:nvPr/>
        </p:nvSpPr>
        <p:spPr>
          <a:xfrm>
            <a:off x="596989" y="4886967"/>
            <a:ext cx="116710" cy="6066297"/>
          </a:xfrm>
          <a:prstGeom prst="roundRect">
            <a:avLst>
              <a:gd name="adj" fmla="val 50000"/>
            </a:avLst>
          </a:prstGeom>
          <a:solidFill>
            <a:srgbClr val="369DE8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</a:p>
        </p:txBody>
      </p:sp>
      <p:sp>
        <p:nvSpPr>
          <p:cNvPr id="261" name="struct x…"/>
          <p:cNvSpPr txBox="1"/>
          <p:nvPr/>
        </p:nvSpPr>
        <p:spPr>
          <a:xfrm>
            <a:off x="1131780" y="4874655"/>
            <a:ext cx="9936311" cy="60909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/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struct x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{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char a; //1字节 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short b; //2字节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char c;//1字节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int d;//4字节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};</a:t>
            </a:r>
          </a:p>
        </p:txBody>
      </p:sp>
      <p:sp>
        <p:nvSpPr>
          <p:cNvPr id="262" name="0"/>
          <p:cNvSpPr txBox="1"/>
          <p:nvPr/>
        </p:nvSpPr>
        <p:spPr>
          <a:xfrm>
            <a:off x="977931" y="11257974"/>
            <a:ext cx="457257" cy="749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0</a:t>
            </a:r>
          </a:p>
        </p:txBody>
      </p:sp>
      <p:sp>
        <p:nvSpPr>
          <p:cNvPr id="263" name="1"/>
          <p:cNvSpPr txBox="1"/>
          <p:nvPr/>
        </p:nvSpPr>
        <p:spPr>
          <a:xfrm>
            <a:off x="2173000" y="11257974"/>
            <a:ext cx="457257" cy="749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264" name="2"/>
          <p:cNvSpPr txBox="1"/>
          <p:nvPr/>
        </p:nvSpPr>
        <p:spPr>
          <a:xfrm>
            <a:off x="3368069" y="11257974"/>
            <a:ext cx="457257" cy="749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265" name="3"/>
          <p:cNvSpPr txBox="1"/>
          <p:nvPr/>
        </p:nvSpPr>
        <p:spPr>
          <a:xfrm>
            <a:off x="4660513" y="11257974"/>
            <a:ext cx="457257" cy="749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266" name="4"/>
          <p:cNvSpPr txBox="1"/>
          <p:nvPr/>
        </p:nvSpPr>
        <p:spPr>
          <a:xfrm>
            <a:off x="5834407" y="11257974"/>
            <a:ext cx="457256" cy="749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267" name="5"/>
          <p:cNvSpPr txBox="1"/>
          <p:nvPr/>
        </p:nvSpPr>
        <p:spPr>
          <a:xfrm>
            <a:off x="7071801" y="11257974"/>
            <a:ext cx="457257" cy="749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268" name="6"/>
          <p:cNvSpPr txBox="1"/>
          <p:nvPr/>
        </p:nvSpPr>
        <p:spPr>
          <a:xfrm>
            <a:off x="8309195" y="11257974"/>
            <a:ext cx="457256" cy="749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6</a:t>
            </a:r>
          </a:p>
        </p:txBody>
      </p:sp>
      <p:sp>
        <p:nvSpPr>
          <p:cNvPr id="269" name="7"/>
          <p:cNvSpPr txBox="1"/>
          <p:nvPr/>
        </p:nvSpPr>
        <p:spPr>
          <a:xfrm>
            <a:off x="9483089" y="11250941"/>
            <a:ext cx="457257" cy="749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7</a:t>
            </a:r>
          </a:p>
        </p:txBody>
      </p:sp>
      <p:sp>
        <p:nvSpPr>
          <p:cNvPr id="270" name="8"/>
          <p:cNvSpPr txBox="1"/>
          <p:nvPr/>
        </p:nvSpPr>
        <p:spPr>
          <a:xfrm>
            <a:off x="10695083" y="11250941"/>
            <a:ext cx="457257" cy="749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8</a:t>
            </a:r>
          </a:p>
        </p:txBody>
      </p:sp>
      <p:sp>
        <p:nvSpPr>
          <p:cNvPr id="271" name="9"/>
          <p:cNvSpPr txBox="1"/>
          <p:nvPr/>
        </p:nvSpPr>
        <p:spPr>
          <a:xfrm>
            <a:off x="11894377" y="11250941"/>
            <a:ext cx="457257" cy="749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9</a:t>
            </a:r>
          </a:p>
        </p:txBody>
      </p:sp>
      <p:sp>
        <p:nvSpPr>
          <p:cNvPr id="272" name="10"/>
          <p:cNvSpPr txBox="1"/>
          <p:nvPr/>
        </p:nvSpPr>
        <p:spPr>
          <a:xfrm>
            <a:off x="12960294" y="11250941"/>
            <a:ext cx="800212" cy="749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10</a:t>
            </a:r>
          </a:p>
        </p:txBody>
      </p:sp>
      <p:sp>
        <p:nvSpPr>
          <p:cNvPr id="273" name="11"/>
          <p:cNvSpPr txBox="1"/>
          <p:nvPr/>
        </p:nvSpPr>
        <p:spPr>
          <a:xfrm>
            <a:off x="14229466" y="11250941"/>
            <a:ext cx="800212" cy="749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11</a:t>
            </a:r>
          </a:p>
        </p:txBody>
      </p:sp>
      <p:sp>
        <p:nvSpPr>
          <p:cNvPr id="274" name="12"/>
          <p:cNvSpPr txBox="1"/>
          <p:nvPr/>
        </p:nvSpPr>
        <p:spPr>
          <a:xfrm>
            <a:off x="15479560" y="11250941"/>
            <a:ext cx="800213" cy="749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12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8" name="组合 10"/>
          <p:cNvGrpSpPr/>
          <p:nvPr/>
        </p:nvGrpSpPr>
        <p:grpSpPr>
          <a:xfrm>
            <a:off x="600143" y="768962"/>
            <a:ext cx="812285" cy="1459277"/>
            <a:chOff x="0" y="0"/>
            <a:chExt cx="812284" cy="1459276"/>
          </a:xfrm>
        </p:grpSpPr>
        <p:sp>
          <p:nvSpPr>
            <p:cNvPr id="276" name="平行四边形 12"/>
            <p:cNvSpPr/>
            <p:nvPr/>
          </p:nvSpPr>
          <p:spPr>
            <a:xfrm rot="10800000">
              <a:off x="-1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  <p:sp>
          <p:nvSpPr>
            <p:cNvPr id="277" name="平行四边形 13"/>
            <p:cNvSpPr/>
            <p:nvPr/>
          </p:nvSpPr>
          <p:spPr>
            <a:xfrm rot="10800000">
              <a:off x="304287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</p:grpSp>
      <p:sp>
        <p:nvSpPr>
          <p:cNvPr id="279" name="文本框 14"/>
          <p:cNvSpPr txBox="1"/>
          <p:nvPr/>
        </p:nvSpPr>
        <p:spPr>
          <a:xfrm>
            <a:off x="1471629" y="835660"/>
            <a:ext cx="3446781" cy="13131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tIns="91439" bIns="91439">
            <a:spAutoFit/>
          </a:bodyPr>
          <a:lstStyle>
            <a:lvl1pPr algn="l" defTabSz="1828800">
              <a:defRPr sz="6400">
                <a:solidFill>
                  <a:srgbClr val="424242"/>
                </a:solidFill>
              </a:defRPr>
            </a:lvl1pPr>
          </a:lstStyle>
          <a:p>
            <a:pPr/>
            <a:r>
              <a:t>内存补齐</a:t>
            </a:r>
          </a:p>
        </p:txBody>
      </p:sp>
      <p:sp>
        <p:nvSpPr>
          <p:cNvPr id="280" name="结构体的总字节数，必须是其最大成员大小的整数倍，为此可能需要在末尾填充若干字节"/>
          <p:cNvSpPr txBox="1"/>
          <p:nvPr/>
        </p:nvSpPr>
        <p:spPr>
          <a:xfrm>
            <a:off x="609025" y="3150042"/>
            <a:ext cx="23165950" cy="88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algn="l">
              <a:lnSpc>
                <a:spcPct val="120000"/>
              </a:lnSpc>
            </a:lvl1pPr>
          </a:lstStyle>
          <a:p>
            <a:pPr/>
            <a:r>
              <a:t>结构体的总字节数，必须是其最大成员大小的整数倍，为此可能需要在末尾填充若干字节</a:t>
            </a:r>
          </a:p>
        </p:txBody>
      </p:sp>
      <p:graphicFrame>
        <p:nvGraphicFramePr>
          <p:cNvPr id="281" name="Table 1"/>
          <p:cNvGraphicFramePr/>
          <p:nvPr/>
        </p:nvGraphicFramePr>
        <p:xfrm>
          <a:off x="1219200" y="12025259"/>
          <a:ext cx="21958300" cy="1073555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1" rtl="0">
                <a:tableStyleId>{C7B018BB-80A7-4F77-B60F-C8B233D01FF8}</a:tableStyleId>
              </a:tblPr>
              <a:tblGrid>
                <a:gridCol w="1219200"/>
                <a:gridCol w="1219200"/>
                <a:gridCol w="1219200"/>
                <a:gridCol w="1219200"/>
                <a:gridCol w="1219200"/>
                <a:gridCol w="1219200"/>
                <a:gridCol w="1219200"/>
                <a:gridCol w="1219200"/>
                <a:gridCol w="1219200"/>
                <a:gridCol w="1219200"/>
                <a:gridCol w="1219200"/>
                <a:gridCol w="1219200"/>
                <a:gridCol w="1219200"/>
                <a:gridCol w="1219200"/>
                <a:gridCol w="1219200"/>
                <a:gridCol w="1219200"/>
                <a:gridCol w="1219200"/>
                <a:gridCol w="1219200"/>
              </a:tblGrid>
              <a:tr h="1060854"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40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a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4000">
                          <a:latin typeface="Courier New"/>
                          <a:ea typeface="Courier New"/>
                          <a:cs typeface="Courier New"/>
                          <a:sym typeface="Courier New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4000">
                          <a:latin typeface="Courier New"/>
                          <a:ea typeface="Courier New"/>
                          <a:cs typeface="Courier New"/>
                          <a:sym typeface="Courier New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4000">
                          <a:latin typeface="Courier New"/>
                          <a:ea typeface="Courier New"/>
                          <a:cs typeface="Courier New"/>
                          <a:sym typeface="Courier New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40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b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40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填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40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c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4000">
                          <a:latin typeface="Courier New"/>
                          <a:ea typeface="Courier New"/>
                          <a:cs typeface="Courier New"/>
                          <a:sym typeface="Courier New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40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d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40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填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40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填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40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填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4000">
                          <a:latin typeface="Courier New"/>
                          <a:ea typeface="Courier New"/>
                          <a:cs typeface="Courier New"/>
                          <a:sym typeface="Courier New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4000">
                          <a:latin typeface="Courier New"/>
                          <a:ea typeface="Courier New"/>
                          <a:cs typeface="Courier New"/>
                          <a:sym typeface="Courier New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4000">
                          <a:latin typeface="Courier New"/>
                          <a:ea typeface="Courier New"/>
                          <a:cs typeface="Courier New"/>
                          <a:sym typeface="Courier New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4000">
                          <a:latin typeface="Courier New"/>
                          <a:ea typeface="Courier New"/>
                          <a:cs typeface="Courier New"/>
                          <a:sym typeface="Courier New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4000">
                          <a:latin typeface="Courier New"/>
                          <a:ea typeface="Courier New"/>
                          <a:cs typeface="Courier New"/>
                          <a:sym typeface="Courier New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4000">
                          <a:latin typeface="Courier New"/>
                          <a:ea typeface="Courier New"/>
                          <a:cs typeface="Courier New"/>
                          <a:sym typeface="Courier New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82" name="Rounded Rectangle"/>
          <p:cNvSpPr/>
          <p:nvPr/>
        </p:nvSpPr>
        <p:spPr>
          <a:xfrm>
            <a:off x="560274" y="4913344"/>
            <a:ext cx="11079323" cy="6066297"/>
          </a:xfrm>
          <a:prstGeom prst="roundRect">
            <a:avLst>
              <a:gd name="adj" fmla="val 2682"/>
            </a:avLst>
          </a:prstGeom>
          <a:solidFill>
            <a:srgbClr val="EFF6FB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</a:p>
        </p:txBody>
      </p:sp>
      <p:sp>
        <p:nvSpPr>
          <p:cNvPr id="283" name="Rounded Rectangle"/>
          <p:cNvSpPr/>
          <p:nvPr/>
        </p:nvSpPr>
        <p:spPr>
          <a:xfrm>
            <a:off x="596989" y="4886967"/>
            <a:ext cx="116710" cy="6066297"/>
          </a:xfrm>
          <a:prstGeom prst="roundRect">
            <a:avLst>
              <a:gd name="adj" fmla="val 50000"/>
            </a:avLst>
          </a:prstGeom>
          <a:solidFill>
            <a:srgbClr val="369DE8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</a:p>
        </p:txBody>
      </p:sp>
      <p:sp>
        <p:nvSpPr>
          <p:cNvPr id="284" name="struct y…"/>
          <p:cNvSpPr txBox="1"/>
          <p:nvPr/>
        </p:nvSpPr>
        <p:spPr>
          <a:xfrm>
            <a:off x="1131780" y="4874655"/>
            <a:ext cx="9936311" cy="60909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/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struct y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{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int a; //4字节 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char b; //1字节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short c;//2字节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char d;//1字节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};</a:t>
            </a:r>
          </a:p>
        </p:txBody>
      </p:sp>
      <p:sp>
        <p:nvSpPr>
          <p:cNvPr id="285" name="0"/>
          <p:cNvSpPr txBox="1"/>
          <p:nvPr/>
        </p:nvSpPr>
        <p:spPr>
          <a:xfrm>
            <a:off x="977931" y="11257974"/>
            <a:ext cx="457257" cy="749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0</a:t>
            </a:r>
          </a:p>
        </p:txBody>
      </p:sp>
      <p:sp>
        <p:nvSpPr>
          <p:cNvPr id="286" name="1"/>
          <p:cNvSpPr txBox="1"/>
          <p:nvPr/>
        </p:nvSpPr>
        <p:spPr>
          <a:xfrm>
            <a:off x="2173000" y="11257974"/>
            <a:ext cx="457257" cy="749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287" name="2"/>
          <p:cNvSpPr txBox="1"/>
          <p:nvPr/>
        </p:nvSpPr>
        <p:spPr>
          <a:xfrm>
            <a:off x="3368069" y="11257974"/>
            <a:ext cx="457257" cy="749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288" name="3"/>
          <p:cNvSpPr txBox="1"/>
          <p:nvPr/>
        </p:nvSpPr>
        <p:spPr>
          <a:xfrm>
            <a:off x="4660513" y="11257974"/>
            <a:ext cx="457257" cy="749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289" name="4"/>
          <p:cNvSpPr txBox="1"/>
          <p:nvPr/>
        </p:nvSpPr>
        <p:spPr>
          <a:xfrm>
            <a:off x="5834407" y="11257974"/>
            <a:ext cx="457256" cy="749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290" name="5"/>
          <p:cNvSpPr txBox="1"/>
          <p:nvPr/>
        </p:nvSpPr>
        <p:spPr>
          <a:xfrm>
            <a:off x="7071801" y="11257974"/>
            <a:ext cx="457257" cy="749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291" name="6"/>
          <p:cNvSpPr txBox="1"/>
          <p:nvPr/>
        </p:nvSpPr>
        <p:spPr>
          <a:xfrm>
            <a:off x="8309195" y="11257974"/>
            <a:ext cx="457256" cy="749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6</a:t>
            </a:r>
          </a:p>
        </p:txBody>
      </p:sp>
      <p:sp>
        <p:nvSpPr>
          <p:cNvPr id="292" name="7"/>
          <p:cNvSpPr txBox="1"/>
          <p:nvPr/>
        </p:nvSpPr>
        <p:spPr>
          <a:xfrm>
            <a:off x="9483089" y="11250941"/>
            <a:ext cx="457257" cy="749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7</a:t>
            </a:r>
          </a:p>
        </p:txBody>
      </p:sp>
      <p:sp>
        <p:nvSpPr>
          <p:cNvPr id="293" name="8"/>
          <p:cNvSpPr txBox="1"/>
          <p:nvPr/>
        </p:nvSpPr>
        <p:spPr>
          <a:xfrm>
            <a:off x="10695083" y="11250941"/>
            <a:ext cx="457257" cy="749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8</a:t>
            </a:r>
          </a:p>
        </p:txBody>
      </p:sp>
      <p:sp>
        <p:nvSpPr>
          <p:cNvPr id="294" name="9"/>
          <p:cNvSpPr txBox="1"/>
          <p:nvPr/>
        </p:nvSpPr>
        <p:spPr>
          <a:xfrm>
            <a:off x="11894377" y="11250941"/>
            <a:ext cx="457257" cy="749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9</a:t>
            </a:r>
          </a:p>
        </p:txBody>
      </p:sp>
      <p:sp>
        <p:nvSpPr>
          <p:cNvPr id="295" name="10"/>
          <p:cNvSpPr txBox="1"/>
          <p:nvPr/>
        </p:nvSpPr>
        <p:spPr>
          <a:xfrm>
            <a:off x="12960294" y="11250941"/>
            <a:ext cx="800212" cy="749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10</a:t>
            </a:r>
          </a:p>
        </p:txBody>
      </p:sp>
      <p:sp>
        <p:nvSpPr>
          <p:cNvPr id="296" name="11"/>
          <p:cNvSpPr txBox="1"/>
          <p:nvPr/>
        </p:nvSpPr>
        <p:spPr>
          <a:xfrm>
            <a:off x="14229466" y="11250941"/>
            <a:ext cx="800212" cy="749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11</a:t>
            </a:r>
          </a:p>
        </p:txBody>
      </p:sp>
      <p:sp>
        <p:nvSpPr>
          <p:cNvPr id="297" name="12"/>
          <p:cNvSpPr txBox="1"/>
          <p:nvPr/>
        </p:nvSpPr>
        <p:spPr>
          <a:xfrm>
            <a:off x="15479560" y="11250941"/>
            <a:ext cx="800213" cy="749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12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Rounded Rectangle"/>
          <p:cNvSpPr/>
          <p:nvPr/>
        </p:nvSpPr>
        <p:spPr>
          <a:xfrm>
            <a:off x="1115190" y="3231329"/>
            <a:ext cx="11079323" cy="1733057"/>
          </a:xfrm>
          <a:prstGeom prst="roundRect">
            <a:avLst>
              <a:gd name="adj" fmla="val 9388"/>
            </a:avLst>
          </a:prstGeom>
          <a:solidFill>
            <a:srgbClr val="EFF6FB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</a:p>
        </p:txBody>
      </p:sp>
      <p:sp>
        <p:nvSpPr>
          <p:cNvPr id="300" name="Rounded Rectangle"/>
          <p:cNvSpPr/>
          <p:nvPr/>
        </p:nvSpPr>
        <p:spPr>
          <a:xfrm>
            <a:off x="1151906" y="3204952"/>
            <a:ext cx="215543" cy="1785811"/>
          </a:xfrm>
          <a:prstGeom prst="roundRect">
            <a:avLst>
              <a:gd name="adj" fmla="val 50000"/>
            </a:avLst>
          </a:prstGeom>
          <a:solidFill>
            <a:srgbClr val="369DE8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</a:p>
        </p:txBody>
      </p:sp>
      <p:sp>
        <p:nvSpPr>
          <p:cNvPr id="301" name="typedef 数据类型 别名"/>
          <p:cNvSpPr txBox="1"/>
          <p:nvPr/>
        </p:nvSpPr>
        <p:spPr>
          <a:xfrm>
            <a:off x="1686696" y="3691457"/>
            <a:ext cx="9936311" cy="812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typedef 数据类型 别名</a:t>
            </a:r>
          </a:p>
        </p:txBody>
      </p:sp>
      <p:sp>
        <p:nvSpPr>
          <p:cNvPr id="302" name="Rounded Rectangle"/>
          <p:cNvSpPr/>
          <p:nvPr/>
        </p:nvSpPr>
        <p:spPr>
          <a:xfrm>
            <a:off x="1115190" y="5302367"/>
            <a:ext cx="11079323" cy="1733057"/>
          </a:xfrm>
          <a:prstGeom prst="roundRect">
            <a:avLst>
              <a:gd name="adj" fmla="val 9388"/>
            </a:avLst>
          </a:prstGeom>
          <a:solidFill>
            <a:srgbClr val="EFF6FB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</a:p>
        </p:txBody>
      </p:sp>
      <p:sp>
        <p:nvSpPr>
          <p:cNvPr id="303" name="Rounded Rectangle"/>
          <p:cNvSpPr/>
          <p:nvPr/>
        </p:nvSpPr>
        <p:spPr>
          <a:xfrm>
            <a:off x="1151906" y="5275989"/>
            <a:ext cx="215543" cy="1785812"/>
          </a:xfrm>
          <a:prstGeom prst="roundRect">
            <a:avLst>
              <a:gd name="adj" fmla="val 50000"/>
            </a:avLst>
          </a:prstGeom>
          <a:solidFill>
            <a:srgbClr val="369DE8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</a:p>
        </p:txBody>
      </p:sp>
      <p:sp>
        <p:nvSpPr>
          <p:cNvPr id="304" name="typedef int zx"/>
          <p:cNvSpPr txBox="1"/>
          <p:nvPr/>
        </p:nvSpPr>
        <p:spPr>
          <a:xfrm>
            <a:off x="1686696" y="5762495"/>
            <a:ext cx="9936311" cy="673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typedef int zx</a:t>
            </a:r>
          </a:p>
        </p:txBody>
      </p:sp>
      <p:sp>
        <p:nvSpPr>
          <p:cNvPr id="305" name="案例：结构体/test4.c"/>
          <p:cNvSpPr txBox="1"/>
          <p:nvPr/>
        </p:nvSpPr>
        <p:spPr>
          <a:xfrm>
            <a:off x="1092574" y="7693832"/>
            <a:ext cx="5556946" cy="88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 defTabSz="2438400">
              <a:lnSpc>
                <a:spcPct val="90000"/>
              </a:lnSpc>
              <a:defRPr>
                <a:solidFill>
                  <a:srgbClr val="5E5E5E"/>
                </a:solidFill>
              </a:defRPr>
            </a:lvl1pPr>
          </a:lstStyle>
          <a:p>
            <a:pPr/>
            <a:r>
              <a:t>案例：结构体/test4.c</a:t>
            </a:r>
          </a:p>
        </p:txBody>
      </p:sp>
      <p:grpSp>
        <p:nvGrpSpPr>
          <p:cNvPr id="308" name="组合 10"/>
          <p:cNvGrpSpPr/>
          <p:nvPr/>
        </p:nvGrpSpPr>
        <p:grpSpPr>
          <a:xfrm>
            <a:off x="600143" y="768962"/>
            <a:ext cx="812285" cy="1459277"/>
            <a:chOff x="0" y="0"/>
            <a:chExt cx="812284" cy="1459276"/>
          </a:xfrm>
        </p:grpSpPr>
        <p:sp>
          <p:nvSpPr>
            <p:cNvPr id="306" name="平行四边形 12"/>
            <p:cNvSpPr/>
            <p:nvPr/>
          </p:nvSpPr>
          <p:spPr>
            <a:xfrm rot="10800000">
              <a:off x="-1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  <p:sp>
          <p:nvSpPr>
            <p:cNvPr id="307" name="平行四边形 13"/>
            <p:cNvSpPr/>
            <p:nvPr/>
          </p:nvSpPr>
          <p:spPr>
            <a:xfrm rot="10800000">
              <a:off x="304287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</p:grpSp>
      <p:sp>
        <p:nvSpPr>
          <p:cNvPr id="309" name="文本框 14"/>
          <p:cNvSpPr txBox="1"/>
          <p:nvPr/>
        </p:nvSpPr>
        <p:spPr>
          <a:xfrm>
            <a:off x="1471629" y="835660"/>
            <a:ext cx="3446781" cy="13131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tIns="91439" bIns="91439">
            <a:spAutoFit/>
          </a:bodyPr>
          <a:lstStyle>
            <a:lvl1pPr algn="l" defTabSz="1828800">
              <a:defRPr sz="6400">
                <a:solidFill>
                  <a:srgbClr val="424242"/>
                </a:solidFill>
              </a:defRPr>
            </a:lvl1pPr>
          </a:lstStyle>
          <a:p>
            <a:pPr/>
            <a:r>
              <a:t>类型定义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3" name="组合 10"/>
          <p:cNvGrpSpPr/>
          <p:nvPr/>
        </p:nvGrpSpPr>
        <p:grpSpPr>
          <a:xfrm>
            <a:off x="1239335" y="1033737"/>
            <a:ext cx="812286" cy="1459278"/>
            <a:chOff x="0" y="0"/>
            <a:chExt cx="812284" cy="1459276"/>
          </a:xfrm>
        </p:grpSpPr>
        <p:sp>
          <p:nvSpPr>
            <p:cNvPr id="311" name="平行四边形 12"/>
            <p:cNvSpPr/>
            <p:nvPr/>
          </p:nvSpPr>
          <p:spPr>
            <a:xfrm rot="10800000">
              <a:off x="-1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  <p:sp>
          <p:nvSpPr>
            <p:cNvPr id="312" name="平行四边形 13"/>
            <p:cNvSpPr/>
            <p:nvPr/>
          </p:nvSpPr>
          <p:spPr>
            <a:xfrm rot="10800000">
              <a:off x="304287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</p:grpSp>
      <p:sp>
        <p:nvSpPr>
          <p:cNvPr id="314" name="文本框 14"/>
          <p:cNvSpPr txBox="1"/>
          <p:nvPr/>
        </p:nvSpPr>
        <p:spPr>
          <a:xfrm>
            <a:off x="2110821" y="1106786"/>
            <a:ext cx="3446781" cy="13131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tIns="91439" bIns="91439">
            <a:spAutoFit/>
          </a:bodyPr>
          <a:lstStyle>
            <a:lvl1pPr algn="l" defTabSz="1828800">
              <a:defRPr sz="6400">
                <a:solidFill>
                  <a:srgbClr val="424242"/>
                </a:solidFill>
              </a:defRPr>
            </a:lvl1pPr>
          </a:lstStyle>
          <a:p>
            <a:pPr/>
            <a:r>
              <a:t>类型定义</a:t>
            </a:r>
          </a:p>
        </p:txBody>
      </p:sp>
      <p:pic>
        <p:nvPicPr>
          <p:cNvPr id="315" name="Image" descr="Image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195694" y="3207365"/>
            <a:ext cx="11621025" cy="9048968"/>
          </a:xfrm>
          <a:prstGeom prst="rect">
            <a:avLst/>
          </a:prstGeom>
          <a:ln w="12700">
            <a:miter lim="400000"/>
          </a:ln>
        </p:spPr>
      </p:pic>
      <p:sp>
        <p:nvSpPr>
          <p:cNvPr id="316" name="Rectangle"/>
          <p:cNvSpPr/>
          <p:nvPr/>
        </p:nvSpPr>
        <p:spPr>
          <a:xfrm>
            <a:off x="2409918" y="7851199"/>
            <a:ext cx="4787826" cy="721467"/>
          </a:xfrm>
          <a:prstGeom prst="rect">
            <a:avLst/>
          </a:prstGeom>
          <a:ln w="50800">
            <a:solidFill>
              <a:srgbClr val="E22146"/>
            </a:solidFill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</a:p>
        </p:txBody>
      </p:sp>
      <p:sp>
        <p:nvSpPr>
          <p:cNvPr id="317" name="每次声明结构体变量都要写 struct 关键字，很麻烦，而且逻辑上也很难受，typedef可以解决这个问题。"/>
          <p:cNvSpPr txBox="1"/>
          <p:nvPr/>
        </p:nvSpPr>
        <p:spPr>
          <a:xfrm>
            <a:off x="12900528" y="6342469"/>
            <a:ext cx="11385395" cy="27787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l" defTabSz="2438400">
              <a:lnSpc>
                <a:spcPct val="120000"/>
              </a:lnSpc>
            </a:lvl1pPr>
          </a:lstStyle>
          <a:p>
            <a:pPr/>
            <a:r>
              <a:t>       每次声明结构体变量都要写 struct 关键字，很麻烦，而且逻辑上也很难受，typedef可以解决这个问题。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1" name="组合 10"/>
          <p:cNvGrpSpPr/>
          <p:nvPr/>
        </p:nvGrpSpPr>
        <p:grpSpPr>
          <a:xfrm>
            <a:off x="1239335" y="1033737"/>
            <a:ext cx="812286" cy="1459278"/>
            <a:chOff x="0" y="0"/>
            <a:chExt cx="812284" cy="1459276"/>
          </a:xfrm>
        </p:grpSpPr>
        <p:sp>
          <p:nvSpPr>
            <p:cNvPr id="319" name="平行四边形 12"/>
            <p:cNvSpPr/>
            <p:nvPr/>
          </p:nvSpPr>
          <p:spPr>
            <a:xfrm rot="10800000">
              <a:off x="-1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  <p:sp>
          <p:nvSpPr>
            <p:cNvPr id="320" name="平行四边形 13"/>
            <p:cNvSpPr/>
            <p:nvPr/>
          </p:nvSpPr>
          <p:spPr>
            <a:xfrm rot="10800000">
              <a:off x="304287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</p:grpSp>
      <p:sp>
        <p:nvSpPr>
          <p:cNvPr id="322" name="文本框 14"/>
          <p:cNvSpPr txBox="1"/>
          <p:nvPr/>
        </p:nvSpPr>
        <p:spPr>
          <a:xfrm>
            <a:off x="2110821" y="1106786"/>
            <a:ext cx="3446781" cy="13131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tIns="91439" bIns="91439">
            <a:spAutoFit/>
          </a:bodyPr>
          <a:lstStyle>
            <a:lvl1pPr algn="l" defTabSz="1828800">
              <a:defRPr sz="6400">
                <a:solidFill>
                  <a:srgbClr val="424242"/>
                </a:solidFill>
              </a:defRPr>
            </a:lvl1pPr>
          </a:lstStyle>
          <a:p>
            <a:pPr/>
            <a:r>
              <a:t>类型定义</a:t>
            </a:r>
          </a:p>
        </p:txBody>
      </p:sp>
      <p:sp>
        <p:nvSpPr>
          <p:cNvPr id="323" name="Rounded Rectangle"/>
          <p:cNvSpPr/>
          <p:nvPr/>
        </p:nvSpPr>
        <p:spPr>
          <a:xfrm>
            <a:off x="1041224" y="3182019"/>
            <a:ext cx="11079324" cy="6066297"/>
          </a:xfrm>
          <a:prstGeom prst="roundRect">
            <a:avLst>
              <a:gd name="adj" fmla="val 2682"/>
            </a:avLst>
          </a:prstGeom>
          <a:solidFill>
            <a:srgbClr val="EFF6FB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</a:p>
        </p:txBody>
      </p:sp>
      <p:sp>
        <p:nvSpPr>
          <p:cNvPr id="324" name="Rounded Rectangle"/>
          <p:cNvSpPr/>
          <p:nvPr/>
        </p:nvSpPr>
        <p:spPr>
          <a:xfrm>
            <a:off x="1077940" y="3155642"/>
            <a:ext cx="189337" cy="6066297"/>
          </a:xfrm>
          <a:prstGeom prst="roundRect">
            <a:avLst>
              <a:gd name="adj" fmla="val 50000"/>
            </a:avLst>
          </a:prstGeom>
          <a:solidFill>
            <a:srgbClr val="369DE8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</a:p>
        </p:txBody>
      </p:sp>
      <p:sp>
        <p:nvSpPr>
          <p:cNvPr id="325" name="typedef struct 结构体名…"/>
          <p:cNvSpPr txBox="1"/>
          <p:nvPr/>
        </p:nvSpPr>
        <p:spPr>
          <a:xfrm>
            <a:off x="1612731" y="3642147"/>
            <a:ext cx="9936310" cy="52857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/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typedef struct 结构体名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{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数据类型 变量名;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数据类型 变量名;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……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}别名;</a:t>
            </a:r>
          </a:p>
        </p:txBody>
      </p:sp>
      <p:sp>
        <p:nvSpPr>
          <p:cNvPr id="326" name="Rounded Rectangle"/>
          <p:cNvSpPr/>
          <p:nvPr/>
        </p:nvSpPr>
        <p:spPr>
          <a:xfrm>
            <a:off x="12900379" y="3265057"/>
            <a:ext cx="11079323" cy="6066297"/>
          </a:xfrm>
          <a:prstGeom prst="roundRect">
            <a:avLst>
              <a:gd name="adj" fmla="val 2682"/>
            </a:avLst>
          </a:prstGeom>
          <a:solidFill>
            <a:srgbClr val="EFF6FB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</a:p>
        </p:txBody>
      </p:sp>
      <p:sp>
        <p:nvSpPr>
          <p:cNvPr id="327" name="Rounded Rectangle"/>
          <p:cNvSpPr/>
          <p:nvPr/>
        </p:nvSpPr>
        <p:spPr>
          <a:xfrm>
            <a:off x="12937094" y="3238680"/>
            <a:ext cx="189337" cy="6066297"/>
          </a:xfrm>
          <a:prstGeom prst="roundRect">
            <a:avLst>
              <a:gd name="adj" fmla="val 50000"/>
            </a:avLst>
          </a:prstGeom>
          <a:solidFill>
            <a:srgbClr val="369DE8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</a:p>
        </p:txBody>
      </p:sp>
      <p:sp>
        <p:nvSpPr>
          <p:cNvPr id="328" name="typedef struct…"/>
          <p:cNvSpPr txBox="1"/>
          <p:nvPr/>
        </p:nvSpPr>
        <p:spPr>
          <a:xfrm>
            <a:off x="13471886" y="3725185"/>
            <a:ext cx="9936310" cy="51600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/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typedef struct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{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数据类型 变量名;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数据类型 变量名;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……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}别名;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Rounded Rectangle"/>
          <p:cNvSpPr/>
          <p:nvPr/>
        </p:nvSpPr>
        <p:spPr>
          <a:xfrm>
            <a:off x="1189156" y="3255984"/>
            <a:ext cx="11079323" cy="4869957"/>
          </a:xfrm>
          <a:prstGeom prst="roundRect">
            <a:avLst>
              <a:gd name="adj" fmla="val 3341"/>
            </a:avLst>
          </a:prstGeom>
          <a:solidFill>
            <a:srgbClr val="EFF6FB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</a:p>
        </p:txBody>
      </p:sp>
      <p:sp>
        <p:nvSpPr>
          <p:cNvPr id="331" name="typedef struct point…"/>
          <p:cNvSpPr txBox="1"/>
          <p:nvPr/>
        </p:nvSpPr>
        <p:spPr>
          <a:xfrm>
            <a:off x="1760661" y="3716112"/>
            <a:ext cx="9936311" cy="394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/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typedef struct point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{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int x;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int y;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}po;</a:t>
            </a:r>
          </a:p>
        </p:txBody>
      </p:sp>
      <p:sp>
        <p:nvSpPr>
          <p:cNvPr id="332" name="Rounded Rectangle"/>
          <p:cNvSpPr/>
          <p:nvPr/>
        </p:nvSpPr>
        <p:spPr>
          <a:xfrm>
            <a:off x="1138255" y="3255984"/>
            <a:ext cx="189337" cy="4869957"/>
          </a:xfrm>
          <a:prstGeom prst="roundRect">
            <a:avLst>
              <a:gd name="adj" fmla="val 50000"/>
            </a:avLst>
          </a:prstGeom>
          <a:solidFill>
            <a:srgbClr val="369DE8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</a:p>
        </p:txBody>
      </p:sp>
      <p:grpSp>
        <p:nvGrpSpPr>
          <p:cNvPr id="335" name="组合 10"/>
          <p:cNvGrpSpPr/>
          <p:nvPr/>
        </p:nvGrpSpPr>
        <p:grpSpPr>
          <a:xfrm>
            <a:off x="1239335" y="1033737"/>
            <a:ext cx="812286" cy="1459278"/>
            <a:chOff x="0" y="0"/>
            <a:chExt cx="812284" cy="1459276"/>
          </a:xfrm>
        </p:grpSpPr>
        <p:sp>
          <p:nvSpPr>
            <p:cNvPr id="333" name="平行四边形 12"/>
            <p:cNvSpPr/>
            <p:nvPr/>
          </p:nvSpPr>
          <p:spPr>
            <a:xfrm rot="10800000">
              <a:off x="-1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  <p:sp>
          <p:nvSpPr>
            <p:cNvPr id="334" name="平行四边形 13"/>
            <p:cNvSpPr/>
            <p:nvPr/>
          </p:nvSpPr>
          <p:spPr>
            <a:xfrm rot="10800000">
              <a:off x="304287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</p:grpSp>
      <p:sp>
        <p:nvSpPr>
          <p:cNvPr id="336" name="文本框 14"/>
          <p:cNvSpPr txBox="1"/>
          <p:nvPr/>
        </p:nvSpPr>
        <p:spPr>
          <a:xfrm>
            <a:off x="2110821" y="1106786"/>
            <a:ext cx="3446781" cy="13131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tIns="91439" bIns="91439">
            <a:spAutoFit/>
          </a:bodyPr>
          <a:lstStyle>
            <a:lvl1pPr algn="l" defTabSz="1828800">
              <a:defRPr sz="6400">
                <a:solidFill>
                  <a:srgbClr val="424242"/>
                </a:solidFill>
              </a:defRPr>
            </a:lvl1pPr>
          </a:lstStyle>
          <a:p>
            <a:pPr/>
            <a:r>
              <a:t>类型定义</a:t>
            </a:r>
          </a:p>
        </p:txBody>
      </p:sp>
      <p:sp>
        <p:nvSpPr>
          <p:cNvPr id="337" name="Rounded Rectangle"/>
          <p:cNvSpPr/>
          <p:nvPr/>
        </p:nvSpPr>
        <p:spPr>
          <a:xfrm>
            <a:off x="12925035" y="3255984"/>
            <a:ext cx="11079323" cy="4817663"/>
          </a:xfrm>
          <a:prstGeom prst="roundRect">
            <a:avLst>
              <a:gd name="adj" fmla="val 3377"/>
            </a:avLst>
          </a:prstGeom>
          <a:solidFill>
            <a:srgbClr val="EFF6FB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</a:p>
        </p:txBody>
      </p:sp>
      <p:sp>
        <p:nvSpPr>
          <p:cNvPr id="338" name="typedef struct…"/>
          <p:cNvSpPr txBox="1"/>
          <p:nvPr/>
        </p:nvSpPr>
        <p:spPr>
          <a:xfrm>
            <a:off x="13496540" y="3716112"/>
            <a:ext cx="9936311" cy="394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/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typedef struct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{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int x;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int y;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}po;</a:t>
            </a:r>
          </a:p>
        </p:txBody>
      </p:sp>
      <p:sp>
        <p:nvSpPr>
          <p:cNvPr id="339" name="Rounded Rectangle"/>
          <p:cNvSpPr/>
          <p:nvPr/>
        </p:nvSpPr>
        <p:spPr>
          <a:xfrm>
            <a:off x="12874134" y="3255984"/>
            <a:ext cx="189337" cy="4869957"/>
          </a:xfrm>
          <a:prstGeom prst="roundRect">
            <a:avLst>
              <a:gd name="adj" fmla="val 50000"/>
            </a:avLst>
          </a:prstGeom>
          <a:solidFill>
            <a:srgbClr val="369DE8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3" name="组合 10"/>
          <p:cNvGrpSpPr/>
          <p:nvPr/>
        </p:nvGrpSpPr>
        <p:grpSpPr>
          <a:xfrm>
            <a:off x="1116059" y="787003"/>
            <a:ext cx="812286" cy="1459277"/>
            <a:chOff x="0" y="0"/>
            <a:chExt cx="812284" cy="1459276"/>
          </a:xfrm>
        </p:grpSpPr>
        <p:sp>
          <p:nvSpPr>
            <p:cNvPr id="341" name="平行四边形 12"/>
            <p:cNvSpPr/>
            <p:nvPr/>
          </p:nvSpPr>
          <p:spPr>
            <a:xfrm rot="10800000">
              <a:off x="-1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  <p:sp>
          <p:nvSpPr>
            <p:cNvPr id="342" name="平行四边形 13"/>
            <p:cNvSpPr/>
            <p:nvPr/>
          </p:nvSpPr>
          <p:spPr>
            <a:xfrm rot="10800000">
              <a:off x="304287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</p:grpSp>
      <p:sp>
        <p:nvSpPr>
          <p:cNvPr id="344" name="文本框 14"/>
          <p:cNvSpPr txBox="1"/>
          <p:nvPr/>
        </p:nvSpPr>
        <p:spPr>
          <a:xfrm>
            <a:off x="1987545" y="860051"/>
            <a:ext cx="1821181" cy="13131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tIns="91439" bIns="91439">
            <a:spAutoFit/>
          </a:bodyPr>
          <a:lstStyle>
            <a:lvl1pPr algn="l" defTabSz="1828800">
              <a:defRPr sz="6400">
                <a:solidFill>
                  <a:srgbClr val="424242"/>
                </a:solidFill>
              </a:defRPr>
            </a:lvl1pPr>
          </a:lstStyle>
          <a:p>
            <a:pPr/>
            <a:r>
              <a:t>枚举</a:t>
            </a:r>
          </a:p>
        </p:txBody>
      </p:sp>
      <p:sp>
        <p:nvSpPr>
          <p:cNvPr id="345" name="将变量的值一一列举出来，变量的值只限于列举出来的值的范围内"/>
          <p:cNvSpPr txBox="1"/>
          <p:nvPr/>
        </p:nvSpPr>
        <p:spPr>
          <a:xfrm>
            <a:off x="991999" y="2937115"/>
            <a:ext cx="16687801" cy="88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 defTabSz="2438400">
              <a:lnSpc>
                <a:spcPct val="90000"/>
              </a:lnSpc>
            </a:lvl1pPr>
          </a:lstStyle>
          <a:p>
            <a:pPr/>
            <a:r>
              <a:t>将变量的值一一列举出来，变量的值只限于列举出来的值的范围内</a:t>
            </a:r>
          </a:p>
        </p:txBody>
      </p:sp>
      <p:sp>
        <p:nvSpPr>
          <p:cNvPr id="346" name="在枚举中列出的每一个值，称为枚举元素"/>
          <p:cNvSpPr txBox="1"/>
          <p:nvPr/>
        </p:nvSpPr>
        <p:spPr>
          <a:xfrm>
            <a:off x="991999" y="4046599"/>
            <a:ext cx="10401301" cy="88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 defTabSz="2438400">
              <a:lnSpc>
                <a:spcPct val="90000"/>
              </a:lnSpc>
            </a:lvl1pPr>
          </a:lstStyle>
          <a:p>
            <a:pPr/>
            <a:r>
              <a:t>在枚举中列出的每一个值，称为枚举元素</a:t>
            </a:r>
          </a:p>
        </p:txBody>
      </p:sp>
      <p:sp>
        <p:nvSpPr>
          <p:cNvPr id="347" name="每一个枚举元素由系统定义了一个用序号表示的数值，从 0 开始，分别为 0，1，2 …"/>
          <p:cNvSpPr txBox="1"/>
          <p:nvPr/>
        </p:nvSpPr>
        <p:spPr>
          <a:xfrm>
            <a:off x="991999" y="5156084"/>
            <a:ext cx="21496438" cy="88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 defTabSz="2438400">
              <a:lnSpc>
                <a:spcPct val="90000"/>
              </a:lnSpc>
            </a:lvl1pPr>
          </a:lstStyle>
          <a:p>
            <a:pPr/>
            <a:r>
              <a:t>每一个枚举元素由系统定义了一个用序号表示的数值，从 0 开始，分别为 0，1，2 …</a:t>
            </a:r>
          </a:p>
        </p:txBody>
      </p:sp>
      <p:sp>
        <p:nvSpPr>
          <p:cNvPr id="348" name="Rounded Rectangle"/>
          <p:cNvSpPr/>
          <p:nvPr/>
        </p:nvSpPr>
        <p:spPr>
          <a:xfrm>
            <a:off x="961524" y="7738660"/>
            <a:ext cx="10462251" cy="4302266"/>
          </a:xfrm>
          <a:prstGeom prst="roundRect">
            <a:avLst>
              <a:gd name="adj" fmla="val 3782"/>
            </a:avLst>
          </a:prstGeom>
          <a:solidFill>
            <a:srgbClr val="EFF6FB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</a:p>
        </p:txBody>
      </p:sp>
      <p:sp>
        <p:nvSpPr>
          <p:cNvPr id="349" name="Rounded Rectangle"/>
          <p:cNvSpPr/>
          <p:nvPr/>
        </p:nvSpPr>
        <p:spPr>
          <a:xfrm>
            <a:off x="998239" y="7712283"/>
            <a:ext cx="149670" cy="4355020"/>
          </a:xfrm>
          <a:prstGeom prst="roundRect">
            <a:avLst>
              <a:gd name="adj" fmla="val 50000"/>
            </a:avLst>
          </a:prstGeom>
          <a:solidFill>
            <a:srgbClr val="369DE8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</a:p>
        </p:txBody>
      </p:sp>
      <p:sp>
        <p:nvSpPr>
          <p:cNvPr id="350" name="enum 枚举名…"/>
          <p:cNvSpPr txBox="1"/>
          <p:nvPr/>
        </p:nvSpPr>
        <p:spPr>
          <a:xfrm>
            <a:off x="1533030" y="8198787"/>
            <a:ext cx="9319238" cy="33820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/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enum 枚举名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{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枚举元素……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}</a:t>
            </a:r>
          </a:p>
        </p:txBody>
      </p:sp>
      <p:sp>
        <p:nvSpPr>
          <p:cNvPr id="351" name="语法："/>
          <p:cNvSpPr txBox="1"/>
          <p:nvPr/>
        </p:nvSpPr>
        <p:spPr>
          <a:xfrm>
            <a:off x="991999" y="6434184"/>
            <a:ext cx="1828801" cy="88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 defTabSz="2438400">
              <a:lnSpc>
                <a:spcPct val="90000"/>
              </a:lnSpc>
            </a:lvl1pPr>
          </a:lstStyle>
          <a:p>
            <a:pPr/>
            <a:r>
              <a:t>语法：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5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Lantinghei SC Extralight"/>
            <a:ea typeface="Lantinghei SC Extralight"/>
            <a:cs typeface="Lantinghei SC Extralight"/>
            <a:sym typeface="Lantinghei SC Extra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5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Lantinghei SC Extralight"/>
            <a:ea typeface="Lantinghei SC Extralight"/>
            <a:cs typeface="Lantinghei SC Extralight"/>
            <a:sym typeface="Lantinghei SC Extra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