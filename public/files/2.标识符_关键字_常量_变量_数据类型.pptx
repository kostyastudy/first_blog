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1pPr>
    <a:lvl2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2pPr>
    <a:lvl3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3pPr>
    <a:lvl4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4pPr>
    <a:lvl5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5pPr>
    <a:lvl6pPr marL="0" marR="0" indent="2286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6pPr>
    <a:lvl7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7pPr>
    <a:lvl8pPr marL="0" marR="0" indent="3200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8pPr>
    <a:lvl9pPr marL="0" marR="0" indent="3657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3" name="Shape 15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自右向左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andy path between two hills leading to the ocean"/>
          <p:cNvSpPr/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Heron flying low over a beach with a short fence in the foreground"/>
          <p:cNvSpPr/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View of beach and sea from a grassy sand dune"/>
          <p:cNvSpPr/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32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View of beach and sea from a grassy sand dune"/>
          <p:cNvSpPr/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1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_rels/slide1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
</file>

<file path=ppt/slides/_rels/slide1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语言程序设计"/>
          <p:cNvSpPr txBox="1"/>
          <p:nvPr/>
        </p:nvSpPr>
        <p:spPr>
          <a:xfrm>
            <a:off x="8252668" y="6013449"/>
            <a:ext cx="7878664" cy="16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9000"/>
            </a:lvl1pPr>
          </a:lstStyle>
          <a:p>
            <a:pPr/>
            <a:r>
              <a:t>C语言程序设计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2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2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24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本节内容</a:t>
            </a:r>
          </a:p>
        </p:txBody>
      </p:sp>
      <p:sp>
        <p:nvSpPr>
          <p:cNvPr id="125" name="变量"/>
          <p:cNvSpPr txBox="1"/>
          <p:nvPr/>
        </p:nvSpPr>
        <p:spPr>
          <a:xfrm>
            <a:off x="1205311" y="3072123"/>
            <a:ext cx="1257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变量</a:t>
            </a:r>
          </a:p>
        </p:txBody>
      </p:sp>
      <p:sp>
        <p:nvSpPr>
          <p:cNvPr id="126" name="常量"/>
          <p:cNvSpPr txBox="1"/>
          <p:nvPr/>
        </p:nvSpPr>
        <p:spPr>
          <a:xfrm>
            <a:off x="1205312" y="4123605"/>
            <a:ext cx="1257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常量</a:t>
            </a:r>
          </a:p>
        </p:txBody>
      </p:sp>
      <p:sp>
        <p:nvSpPr>
          <p:cNvPr id="127" name="标识符"/>
          <p:cNvSpPr txBox="1"/>
          <p:nvPr/>
        </p:nvSpPr>
        <p:spPr>
          <a:xfrm>
            <a:off x="1205312" y="5175087"/>
            <a:ext cx="1828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标识符</a:t>
            </a:r>
          </a:p>
        </p:txBody>
      </p:sp>
      <p:sp>
        <p:nvSpPr>
          <p:cNvPr id="128" name="保留字（关键字）"/>
          <p:cNvSpPr txBox="1"/>
          <p:nvPr/>
        </p:nvSpPr>
        <p:spPr>
          <a:xfrm>
            <a:off x="1205312" y="6226569"/>
            <a:ext cx="4686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保留字（关键字）</a:t>
            </a:r>
          </a:p>
        </p:txBody>
      </p:sp>
      <p:sp>
        <p:nvSpPr>
          <p:cNvPr id="129" name="数据类型"/>
          <p:cNvSpPr txBox="1"/>
          <p:nvPr/>
        </p:nvSpPr>
        <p:spPr>
          <a:xfrm>
            <a:off x="1205312" y="7278051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数据类型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在程序运行过程中，其值可以改变"/>
          <p:cNvSpPr txBox="1"/>
          <p:nvPr/>
        </p:nvSpPr>
        <p:spPr>
          <a:xfrm>
            <a:off x="1195830" y="2813046"/>
            <a:ext cx="8686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在程序运行过程中，其值可以改变</a:t>
            </a:r>
          </a:p>
        </p:txBody>
      </p:sp>
      <p:sp>
        <p:nvSpPr>
          <p:cNvPr id="132" name="变量其实就是一个用来保存数据的容器"/>
          <p:cNvSpPr txBox="1"/>
          <p:nvPr/>
        </p:nvSpPr>
        <p:spPr>
          <a:xfrm>
            <a:off x="1195830" y="3971840"/>
            <a:ext cx="9829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变量其实就是一个用来保存数据的容器</a:t>
            </a:r>
          </a:p>
        </p:txBody>
      </p:sp>
      <p:sp>
        <p:nvSpPr>
          <p:cNvPr id="133" name="变量在使用前需要先声名并初始化"/>
          <p:cNvSpPr txBox="1"/>
          <p:nvPr/>
        </p:nvSpPr>
        <p:spPr>
          <a:xfrm>
            <a:off x="1195830" y="5130635"/>
            <a:ext cx="8686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变量在使用前需要先声名并初始化</a:t>
            </a:r>
          </a:p>
        </p:txBody>
      </p:sp>
      <p:sp>
        <p:nvSpPr>
          <p:cNvPr id="134" name="变量三要素：变量名、数据类型、变量值"/>
          <p:cNvSpPr txBox="1"/>
          <p:nvPr/>
        </p:nvSpPr>
        <p:spPr>
          <a:xfrm>
            <a:off x="1195830" y="6289430"/>
            <a:ext cx="10401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变量三要素：变量名、数据类型、变量值</a:t>
            </a:r>
          </a:p>
        </p:txBody>
      </p:sp>
      <p:grpSp>
        <p:nvGrpSpPr>
          <p:cNvPr id="147" name="Group"/>
          <p:cNvGrpSpPr/>
          <p:nvPr/>
        </p:nvGrpSpPr>
        <p:grpSpPr>
          <a:xfrm>
            <a:off x="2850398" y="7571510"/>
            <a:ext cx="18683204" cy="4726277"/>
            <a:chOff x="0" y="0"/>
            <a:chExt cx="18683203" cy="4726275"/>
          </a:xfrm>
        </p:grpSpPr>
        <p:sp>
          <p:nvSpPr>
            <p:cNvPr id="135" name="int a = 10;"/>
            <p:cNvSpPr txBox="1"/>
            <p:nvPr/>
          </p:nvSpPr>
          <p:spPr>
            <a:xfrm>
              <a:off x="6929509" y="1677337"/>
              <a:ext cx="5807374" cy="1841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9800"/>
              </a:pPr>
              <a:r>
                <a:rPr>
                  <a:solidFill>
                    <a:srgbClr val="76D6FF"/>
                  </a:solidFill>
                </a:rPr>
                <a:t>int</a:t>
              </a:r>
              <a:r>
                <a:t> </a:t>
              </a:r>
              <a:r>
                <a:rPr>
                  <a:solidFill>
                    <a:srgbClr val="FF2600"/>
                  </a:solidFill>
                </a:rPr>
                <a:t>a</a:t>
              </a:r>
              <a:r>
                <a:t> = </a:t>
              </a:r>
              <a:r>
                <a:rPr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rPr>
                <a:t>10</a:t>
              </a:r>
              <a:r>
                <a:t>;</a:t>
              </a:r>
            </a:p>
          </p:txBody>
        </p:sp>
        <p:sp>
          <p:nvSpPr>
            <p:cNvPr id="136" name="Line"/>
            <p:cNvSpPr/>
            <p:nvPr/>
          </p:nvSpPr>
          <p:spPr>
            <a:xfrm>
              <a:off x="2782160" y="1155424"/>
              <a:ext cx="4906808" cy="1"/>
            </a:xfrm>
            <a:prstGeom prst="line">
              <a:avLst/>
            </a:prstGeom>
            <a:noFill/>
            <a:ln w="38100" cap="flat">
              <a:solidFill>
                <a:srgbClr val="76D6FF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37" name="Line"/>
            <p:cNvSpPr/>
            <p:nvPr/>
          </p:nvSpPr>
          <p:spPr>
            <a:xfrm>
              <a:off x="7688545" y="1130769"/>
              <a:ext cx="1" cy="889001"/>
            </a:xfrm>
            <a:prstGeom prst="line">
              <a:avLst/>
            </a:prstGeom>
            <a:noFill/>
            <a:ln w="38100" cap="flat">
              <a:solidFill>
                <a:srgbClr val="76D6FF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38" name="数据类型"/>
            <p:cNvSpPr txBox="1"/>
            <p:nvPr/>
          </p:nvSpPr>
          <p:spPr>
            <a:xfrm>
              <a:off x="-1" y="666474"/>
              <a:ext cx="2654301" cy="977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>
                  <a:solidFill>
                    <a:srgbClr val="76D6FF"/>
                  </a:solidFill>
                </a:defRPr>
              </a:lvl1pPr>
            </a:lstStyle>
            <a:p>
              <a:pPr/>
              <a:r>
                <a:t>数据类型</a:t>
              </a:r>
            </a:p>
          </p:txBody>
        </p:sp>
        <p:sp>
          <p:nvSpPr>
            <p:cNvPr id="139" name="Line"/>
            <p:cNvSpPr/>
            <p:nvPr/>
          </p:nvSpPr>
          <p:spPr>
            <a:xfrm>
              <a:off x="9118547" y="3349738"/>
              <a:ext cx="1" cy="889001"/>
            </a:xfrm>
            <a:prstGeom prst="line">
              <a:avLst/>
            </a:prstGeom>
            <a:noFill/>
            <a:ln w="38100" cap="flat">
              <a:solidFill>
                <a:srgbClr val="FF26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40" name="Line"/>
            <p:cNvSpPr/>
            <p:nvPr/>
          </p:nvSpPr>
          <p:spPr>
            <a:xfrm>
              <a:off x="9142458" y="4237325"/>
              <a:ext cx="4906808" cy="1"/>
            </a:xfrm>
            <a:prstGeom prst="line">
              <a:avLst/>
            </a:prstGeom>
            <a:noFill/>
            <a:ln w="38100" cap="flat">
              <a:solidFill>
                <a:srgbClr val="FF26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41" name="变量名"/>
            <p:cNvSpPr txBox="1"/>
            <p:nvPr/>
          </p:nvSpPr>
          <p:spPr>
            <a:xfrm>
              <a:off x="14716142" y="3748375"/>
              <a:ext cx="2019301" cy="977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>
                  <a:solidFill>
                    <a:srgbClr val="FF2600"/>
                  </a:solidFill>
                </a:defRPr>
              </a:lvl1pPr>
            </a:lstStyle>
            <a:p>
              <a:pPr/>
              <a:r>
                <a:t>变量名</a:t>
              </a:r>
            </a:p>
          </p:txBody>
        </p:sp>
        <p:sp>
          <p:nvSpPr>
            <p:cNvPr id="142" name="Line"/>
            <p:cNvSpPr/>
            <p:nvPr/>
          </p:nvSpPr>
          <p:spPr>
            <a:xfrm>
              <a:off x="11595862" y="1130769"/>
              <a:ext cx="1" cy="889001"/>
            </a:xfrm>
            <a:prstGeom prst="line">
              <a:avLst/>
            </a:prstGeom>
            <a:noFill/>
            <a:ln w="38100" cap="flat">
              <a:solidFill>
                <a:schemeClr val="accent4">
                  <a:hueOff val="-1081314"/>
                  <a:satOff val="4338"/>
                  <a:lumOff val="-8931"/>
                </a:schemeClr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43" name="Line"/>
            <p:cNvSpPr/>
            <p:nvPr/>
          </p:nvSpPr>
          <p:spPr>
            <a:xfrm>
              <a:off x="11558669" y="1155424"/>
              <a:ext cx="4906808" cy="1"/>
            </a:xfrm>
            <a:prstGeom prst="line">
              <a:avLst/>
            </a:prstGeom>
            <a:noFill/>
            <a:ln w="38100" cap="flat">
              <a:solidFill>
                <a:schemeClr val="accent4">
                  <a:hueOff val="-1081314"/>
                  <a:satOff val="4338"/>
                  <a:lumOff val="-8931"/>
                </a:schemeClr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44" name="变量值"/>
            <p:cNvSpPr txBox="1"/>
            <p:nvPr/>
          </p:nvSpPr>
          <p:spPr>
            <a:xfrm>
              <a:off x="16663903" y="666474"/>
              <a:ext cx="2019301" cy="977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defRPr>
              </a:lvl1pPr>
            </a:lstStyle>
            <a:p>
              <a:pPr/>
              <a:r>
                <a:t>变量值</a:t>
              </a:r>
            </a:p>
          </p:txBody>
        </p:sp>
        <p:sp>
          <p:nvSpPr>
            <p:cNvPr id="145" name="Line"/>
            <p:cNvSpPr/>
            <p:nvPr/>
          </p:nvSpPr>
          <p:spPr>
            <a:xfrm>
              <a:off x="10185914" y="1086319"/>
              <a:ext cx="1" cy="9779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46" name="赋值号"/>
            <p:cNvSpPr txBox="1"/>
            <p:nvPr/>
          </p:nvSpPr>
          <p:spPr>
            <a:xfrm>
              <a:off x="9176264" y="0"/>
              <a:ext cx="2019301" cy="977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/>
              </a:lvl1pPr>
            </a:lstStyle>
            <a:p>
              <a:pPr/>
              <a:r>
                <a:t>赋值号</a:t>
              </a:r>
            </a:p>
          </p:txBody>
        </p:sp>
      </p:grpSp>
      <p:grpSp>
        <p:nvGrpSpPr>
          <p:cNvPr id="150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4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4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51" name="文本框 14"/>
          <p:cNvSpPr txBox="1"/>
          <p:nvPr/>
        </p:nvSpPr>
        <p:spPr>
          <a:xfrm>
            <a:off x="2110821" y="1106786"/>
            <a:ext cx="1821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变量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ounded Rectangle"/>
          <p:cNvSpPr/>
          <p:nvPr/>
        </p:nvSpPr>
        <p:spPr>
          <a:xfrm>
            <a:off x="4368653" y="5211083"/>
            <a:ext cx="3601423" cy="3293834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56" name="a"/>
          <p:cNvSpPr txBox="1"/>
          <p:nvPr/>
        </p:nvSpPr>
        <p:spPr>
          <a:xfrm>
            <a:off x="5810391" y="3560845"/>
            <a:ext cx="717948" cy="147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800"/>
            </a:lvl1pPr>
          </a:lstStyle>
          <a:p>
            <a:pPr/>
            <a:r>
              <a:t>a</a:t>
            </a:r>
          </a:p>
        </p:txBody>
      </p:sp>
      <p:sp>
        <p:nvSpPr>
          <p:cNvPr id="157" name="10"/>
          <p:cNvSpPr txBox="1"/>
          <p:nvPr/>
        </p:nvSpPr>
        <p:spPr>
          <a:xfrm>
            <a:off x="17128214" y="6121399"/>
            <a:ext cx="1197769" cy="147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800"/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ounded Rectangle"/>
          <p:cNvSpPr/>
          <p:nvPr/>
        </p:nvSpPr>
        <p:spPr>
          <a:xfrm>
            <a:off x="4368653" y="5211083"/>
            <a:ext cx="3601423" cy="3293834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60" name="a"/>
          <p:cNvSpPr txBox="1"/>
          <p:nvPr/>
        </p:nvSpPr>
        <p:spPr>
          <a:xfrm>
            <a:off x="5810391" y="3560845"/>
            <a:ext cx="717947" cy="147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800"/>
            </a:lvl1pPr>
          </a:lstStyle>
          <a:p>
            <a:pPr/>
            <a:r>
              <a:t>a</a:t>
            </a:r>
          </a:p>
        </p:txBody>
      </p:sp>
      <p:sp>
        <p:nvSpPr>
          <p:cNvPr id="161" name="10"/>
          <p:cNvSpPr txBox="1"/>
          <p:nvPr/>
        </p:nvSpPr>
        <p:spPr>
          <a:xfrm>
            <a:off x="5570480" y="6121400"/>
            <a:ext cx="1197769" cy="147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800"/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变量有什么用？"/>
          <p:cNvSpPr txBox="1"/>
          <p:nvPr/>
        </p:nvSpPr>
        <p:spPr>
          <a:xfrm>
            <a:off x="8801099" y="6146799"/>
            <a:ext cx="6781801" cy="142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500"/>
            </a:lvl1pPr>
          </a:lstStyle>
          <a:p>
            <a:pPr/>
            <a:r>
              <a:t>变量有什么用？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在程序运行过程中，其值不可以改变"/>
          <p:cNvSpPr txBox="1"/>
          <p:nvPr/>
        </p:nvSpPr>
        <p:spPr>
          <a:xfrm>
            <a:off x="1149866" y="2918935"/>
            <a:ext cx="9258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在程序运行过程中，其值不可以改变</a:t>
            </a:r>
          </a:p>
        </p:txBody>
      </p:sp>
      <p:sp>
        <p:nvSpPr>
          <p:cNvPr id="166" name="可以简单理解成数学中的常数"/>
          <p:cNvSpPr txBox="1"/>
          <p:nvPr/>
        </p:nvSpPr>
        <p:spPr>
          <a:xfrm>
            <a:off x="1149866" y="4077730"/>
            <a:ext cx="7543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可以简单理解成数学中的常数</a:t>
            </a:r>
          </a:p>
        </p:txBody>
      </p:sp>
      <p:graphicFrame>
        <p:nvGraphicFramePr>
          <p:cNvPr id="167" name="Table 1"/>
          <p:cNvGraphicFramePr/>
          <p:nvPr/>
        </p:nvGraphicFramePr>
        <p:xfrm>
          <a:off x="3596714" y="5472049"/>
          <a:ext cx="17203272" cy="565627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{C7B018BB-80A7-4F77-B60F-C8B233D01FF8}</a:tableStyleId>
              </a:tblPr>
              <a:tblGrid>
                <a:gridCol w="8595285"/>
                <a:gridCol w="8595285"/>
              </a:tblGrid>
              <a:tr h="14108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整型常量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123　－100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4108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浮点型常量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3.14　5.26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4108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字符型常量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‘a’   ‘o’  ‘\n’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4108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字符串常量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“a” “hello” 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8" name="使用 const 修饰的变量"/>
          <p:cNvSpPr txBox="1"/>
          <p:nvPr/>
        </p:nvSpPr>
        <p:spPr>
          <a:xfrm>
            <a:off x="575313" y="11807413"/>
            <a:ext cx="593869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使用 const 修饰的变量</a:t>
            </a:r>
          </a:p>
        </p:txBody>
      </p:sp>
      <p:grpSp>
        <p:nvGrpSpPr>
          <p:cNvPr id="171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69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70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72" name="文本框 14"/>
          <p:cNvSpPr txBox="1"/>
          <p:nvPr/>
        </p:nvSpPr>
        <p:spPr>
          <a:xfrm>
            <a:off x="2110821" y="1106786"/>
            <a:ext cx="1821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常量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 语言中用来给变量、常量、函数等内容起名字时用的字符序列"/>
          <p:cNvSpPr txBox="1"/>
          <p:nvPr/>
        </p:nvSpPr>
        <p:spPr>
          <a:xfrm>
            <a:off x="1178756" y="2915488"/>
            <a:ext cx="1615648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C 语言中用来给变量、常量、函数等内容起名字时用的字符序列</a:t>
            </a:r>
          </a:p>
        </p:txBody>
      </p:sp>
      <p:sp>
        <p:nvSpPr>
          <p:cNvPr id="175" name="标识符的命名规则如下："/>
          <p:cNvSpPr txBox="1"/>
          <p:nvPr/>
        </p:nvSpPr>
        <p:spPr>
          <a:xfrm>
            <a:off x="1178756" y="4074283"/>
            <a:ext cx="6400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标识符的命名规则如下：</a:t>
            </a:r>
          </a:p>
        </p:txBody>
      </p:sp>
      <p:sp>
        <p:nvSpPr>
          <p:cNvPr id="176" name="标识符由字母、数字、下划线（_）组成，且必须以字母下划线开头"/>
          <p:cNvSpPr txBox="1"/>
          <p:nvPr/>
        </p:nvSpPr>
        <p:spPr>
          <a:xfrm>
            <a:off x="1178756" y="5405664"/>
            <a:ext cx="1705838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标识符由字母、数字、下划线（_）组成，且必须以字母下划线开头</a:t>
            </a:r>
          </a:p>
        </p:txBody>
      </p:sp>
      <p:sp>
        <p:nvSpPr>
          <p:cNvPr id="177" name="标识符对大小写敏感，也就是说，abc、Abc和ABC被视为三个不同的标识符"/>
          <p:cNvSpPr txBox="1"/>
          <p:nvPr/>
        </p:nvSpPr>
        <p:spPr>
          <a:xfrm>
            <a:off x="1178756" y="6712391"/>
            <a:ext cx="1920290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defRPr>
                <a:solidFill>
                  <a:srgbClr val="5E5E5E"/>
                </a:solidFill>
              </a:defRPr>
            </a:pPr>
            <a:r>
              <a:t>标识符对大小写敏感，也就是说，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abc</a:t>
            </a:r>
            <a:r>
              <a:t>、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Abc</a:t>
            </a:r>
            <a:r>
              <a:t>和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ABC</a:t>
            </a:r>
            <a:r>
              <a:t>被视为三个不同的标识符</a:t>
            </a:r>
          </a:p>
        </p:txBody>
      </p:sp>
      <p:sp>
        <p:nvSpPr>
          <p:cNvPr id="178" name="不能使用 C 语言的关键字作为标识符"/>
          <p:cNvSpPr txBox="1"/>
          <p:nvPr/>
        </p:nvSpPr>
        <p:spPr>
          <a:xfrm>
            <a:off x="1178756" y="7895841"/>
            <a:ext cx="945698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不能使用 C 语言的关键字作为标识符</a:t>
            </a:r>
          </a:p>
        </p:txBody>
      </p:sp>
      <p:sp>
        <p:nvSpPr>
          <p:cNvPr id="179" name="见名知意！！！"/>
          <p:cNvSpPr txBox="1"/>
          <p:nvPr/>
        </p:nvSpPr>
        <p:spPr>
          <a:xfrm>
            <a:off x="1268495" y="9632111"/>
            <a:ext cx="5448301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000">
                <a:solidFill>
                  <a:srgbClr val="FF2600"/>
                </a:solidFill>
              </a:defRPr>
            </a:lvl1pPr>
          </a:lstStyle>
          <a:p>
            <a:pPr/>
            <a:r>
              <a:t>见名知意！！！</a:t>
            </a:r>
          </a:p>
        </p:txBody>
      </p:sp>
      <p:grpSp>
        <p:nvGrpSpPr>
          <p:cNvPr id="18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8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8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83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标识符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 语言自己留着用的有特殊意义和用途的标识符"/>
          <p:cNvSpPr txBox="1"/>
          <p:nvPr/>
        </p:nvSpPr>
        <p:spPr>
          <a:xfrm>
            <a:off x="1192122" y="3098780"/>
            <a:ext cx="1215598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C 语言自己留着用的有特殊意义和用途的标识符</a:t>
            </a:r>
          </a:p>
        </p:txBody>
      </p:sp>
      <p:sp>
        <p:nvSpPr>
          <p:cNvPr id="186" name="C 语言共有以下 32 个关键字："/>
          <p:cNvSpPr txBox="1"/>
          <p:nvPr/>
        </p:nvSpPr>
        <p:spPr>
          <a:xfrm>
            <a:off x="1192122" y="4183609"/>
            <a:ext cx="801930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C 语言共有以下 32 个关键字：</a:t>
            </a:r>
          </a:p>
        </p:txBody>
      </p:sp>
      <p:sp>
        <p:nvSpPr>
          <p:cNvPr id="187" name="数据类型关键字（12个）：char、short、int、long、float、double、unsigned、signed…"/>
          <p:cNvSpPr txBox="1"/>
          <p:nvPr/>
        </p:nvSpPr>
        <p:spPr>
          <a:xfrm>
            <a:off x="1192122" y="5268438"/>
            <a:ext cx="22768918" cy="183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120000"/>
              </a:lnSpc>
              <a:defRPr>
                <a:solidFill>
                  <a:srgbClr val="424242"/>
                </a:solidFill>
              </a:defRPr>
            </a:pPr>
            <a:r>
              <a:t>数据类型关键字（12个）：char、short、int、long、float、double、unsigned、signed</a:t>
            </a:r>
          </a:p>
          <a:p>
            <a:pPr algn="l">
              <a:lnSpc>
                <a:spcPct val="120000"/>
              </a:lnSpc>
              <a:defRPr>
                <a:solidFill>
                  <a:srgbClr val="424242"/>
                </a:solidFill>
              </a:defRPr>
            </a:pPr>
            <a:r>
              <a:t>struct、union、enum、void</a:t>
            </a:r>
          </a:p>
        </p:txBody>
      </p:sp>
      <p:sp>
        <p:nvSpPr>
          <p:cNvPr id="188" name="控制语句关键字（12个）：if、selse、switch、case、default、for、do、while、break…"/>
          <p:cNvSpPr txBox="1"/>
          <p:nvPr/>
        </p:nvSpPr>
        <p:spPr>
          <a:xfrm>
            <a:off x="1192122" y="7298148"/>
            <a:ext cx="22570232" cy="183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120000"/>
              </a:lnSpc>
              <a:defRPr>
                <a:solidFill>
                  <a:srgbClr val="424242"/>
                </a:solidFill>
              </a:defRPr>
            </a:pPr>
            <a:r>
              <a:t>控制语句关键字（12个）：if、selse、switch、case、default、for、do、while、break</a:t>
            </a:r>
          </a:p>
          <a:p>
            <a:pPr algn="l">
              <a:lnSpc>
                <a:spcPct val="120000"/>
              </a:lnSpc>
              <a:defRPr>
                <a:solidFill>
                  <a:srgbClr val="424242"/>
                </a:solidFill>
              </a:defRPr>
            </a:pPr>
            <a:r>
              <a:t>continue、goto、return</a:t>
            </a:r>
          </a:p>
        </p:txBody>
      </p:sp>
      <p:sp>
        <p:nvSpPr>
          <p:cNvPr id="189" name="存储类关键字（5个）：auto、extern、register、static、const"/>
          <p:cNvSpPr txBox="1"/>
          <p:nvPr/>
        </p:nvSpPr>
        <p:spPr>
          <a:xfrm>
            <a:off x="1192122" y="9327857"/>
            <a:ext cx="1643553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>
                <a:solidFill>
                  <a:srgbClr val="424242"/>
                </a:solidFill>
              </a:defRPr>
            </a:lvl1pPr>
          </a:lstStyle>
          <a:p>
            <a:pPr/>
            <a:r>
              <a:t>存储类关键字（5个）：auto、extern、register、static、const</a:t>
            </a:r>
          </a:p>
        </p:txBody>
      </p:sp>
      <p:sp>
        <p:nvSpPr>
          <p:cNvPr id="190" name="其它关键字（3）：sizeof、typedef、volatile"/>
          <p:cNvSpPr txBox="1"/>
          <p:nvPr/>
        </p:nvSpPr>
        <p:spPr>
          <a:xfrm>
            <a:off x="1192122" y="10412686"/>
            <a:ext cx="1169164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>
                <a:solidFill>
                  <a:srgbClr val="424242"/>
                </a:solidFill>
              </a:defRPr>
            </a:lvl1pPr>
          </a:lstStyle>
          <a:p>
            <a:pPr/>
            <a:r>
              <a:t>其它关键字（3）：sizeof、typedef、volatile</a:t>
            </a:r>
          </a:p>
        </p:txBody>
      </p:sp>
      <p:grpSp>
        <p:nvGrpSpPr>
          <p:cNvPr id="193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9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9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94" name="文本框 14"/>
          <p:cNvSpPr txBox="1"/>
          <p:nvPr/>
        </p:nvSpPr>
        <p:spPr>
          <a:xfrm>
            <a:off x="2110821" y="1106786"/>
            <a:ext cx="6697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保留字（关键字）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数据类型"/>
          <p:cNvSpPr txBox="1"/>
          <p:nvPr/>
        </p:nvSpPr>
        <p:spPr>
          <a:xfrm>
            <a:off x="3306510" y="6943587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数据类型</a:t>
            </a:r>
          </a:p>
        </p:txBody>
      </p:sp>
      <p:sp>
        <p:nvSpPr>
          <p:cNvPr id="197" name="构造类型"/>
          <p:cNvSpPr txBox="1"/>
          <p:nvPr/>
        </p:nvSpPr>
        <p:spPr>
          <a:xfrm>
            <a:off x="7054101" y="6943587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构造类型</a:t>
            </a:r>
          </a:p>
        </p:txBody>
      </p:sp>
      <p:sp>
        <p:nvSpPr>
          <p:cNvPr id="198" name="数组"/>
          <p:cNvSpPr txBox="1"/>
          <p:nvPr/>
        </p:nvSpPr>
        <p:spPr>
          <a:xfrm>
            <a:off x="11069453" y="5353325"/>
            <a:ext cx="1257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数组</a:t>
            </a:r>
          </a:p>
        </p:txBody>
      </p:sp>
      <p:sp>
        <p:nvSpPr>
          <p:cNvPr id="199" name="结构体  struct"/>
          <p:cNvSpPr txBox="1"/>
          <p:nvPr/>
        </p:nvSpPr>
        <p:spPr>
          <a:xfrm>
            <a:off x="11069453" y="6413500"/>
            <a:ext cx="4507708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结构体　　struct</a:t>
            </a:r>
          </a:p>
        </p:txBody>
      </p:sp>
      <p:sp>
        <p:nvSpPr>
          <p:cNvPr id="200" name="联合类型 union"/>
          <p:cNvSpPr txBox="1"/>
          <p:nvPr/>
        </p:nvSpPr>
        <p:spPr>
          <a:xfrm>
            <a:off x="11069453" y="7473674"/>
            <a:ext cx="447645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联合类型　union</a:t>
            </a:r>
          </a:p>
        </p:txBody>
      </p:sp>
      <p:sp>
        <p:nvSpPr>
          <p:cNvPr id="201" name="枚举类型 enum"/>
          <p:cNvSpPr txBox="1"/>
          <p:nvPr/>
        </p:nvSpPr>
        <p:spPr>
          <a:xfrm>
            <a:off x="11069453" y="8533848"/>
            <a:ext cx="453226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枚举类型　enum</a:t>
            </a:r>
          </a:p>
        </p:txBody>
      </p:sp>
      <p:sp>
        <p:nvSpPr>
          <p:cNvPr id="202" name="浮点型（实型）"/>
          <p:cNvSpPr txBox="1"/>
          <p:nvPr/>
        </p:nvSpPr>
        <p:spPr>
          <a:xfrm>
            <a:off x="11069453" y="4293152"/>
            <a:ext cx="4114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浮点型（实型）</a:t>
            </a:r>
          </a:p>
        </p:txBody>
      </p:sp>
      <p:sp>
        <p:nvSpPr>
          <p:cNvPr id="203" name="字符型 char"/>
          <p:cNvSpPr txBox="1"/>
          <p:nvPr/>
        </p:nvSpPr>
        <p:spPr>
          <a:xfrm>
            <a:off x="11069453" y="3232978"/>
            <a:ext cx="361697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字符型　char</a:t>
            </a:r>
          </a:p>
        </p:txBody>
      </p:sp>
      <p:sp>
        <p:nvSpPr>
          <p:cNvPr id="204" name="整型  int、short、long"/>
          <p:cNvSpPr txBox="1"/>
          <p:nvPr/>
        </p:nvSpPr>
        <p:spPr>
          <a:xfrm>
            <a:off x="11069453" y="2172804"/>
            <a:ext cx="673120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整型　　int、short、long</a:t>
            </a:r>
          </a:p>
        </p:txBody>
      </p:sp>
      <p:sp>
        <p:nvSpPr>
          <p:cNvPr id="205" name="基本类型"/>
          <p:cNvSpPr txBox="1"/>
          <p:nvPr/>
        </p:nvSpPr>
        <p:spPr>
          <a:xfrm>
            <a:off x="7054101" y="3232978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基本类型</a:t>
            </a:r>
          </a:p>
        </p:txBody>
      </p:sp>
      <p:sp>
        <p:nvSpPr>
          <p:cNvPr id="206" name="指针类型"/>
          <p:cNvSpPr txBox="1"/>
          <p:nvPr/>
        </p:nvSpPr>
        <p:spPr>
          <a:xfrm>
            <a:off x="7054101" y="10654195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指针类型</a:t>
            </a:r>
          </a:p>
        </p:txBody>
      </p:sp>
      <p:sp>
        <p:nvSpPr>
          <p:cNvPr id="207" name="Line"/>
          <p:cNvSpPr/>
          <p:nvPr/>
        </p:nvSpPr>
        <p:spPr>
          <a:xfrm>
            <a:off x="5751806" y="7388087"/>
            <a:ext cx="125730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8" name="Line"/>
          <p:cNvSpPr/>
          <p:nvPr/>
        </p:nvSpPr>
        <p:spPr>
          <a:xfrm flipV="1">
            <a:off x="6380456" y="3675038"/>
            <a:ext cx="1" cy="742609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9" name="Line"/>
          <p:cNvSpPr/>
          <p:nvPr/>
        </p:nvSpPr>
        <p:spPr>
          <a:xfrm>
            <a:off x="6372866" y="3677478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0" name="Line"/>
          <p:cNvSpPr/>
          <p:nvPr/>
        </p:nvSpPr>
        <p:spPr>
          <a:xfrm>
            <a:off x="6372866" y="11098695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1" name="Line"/>
          <p:cNvSpPr/>
          <p:nvPr/>
        </p:nvSpPr>
        <p:spPr>
          <a:xfrm>
            <a:off x="9633277" y="3677478"/>
            <a:ext cx="125730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2" name="Line"/>
          <p:cNvSpPr/>
          <p:nvPr/>
        </p:nvSpPr>
        <p:spPr>
          <a:xfrm flipV="1">
            <a:off x="10261928" y="2623466"/>
            <a:ext cx="1" cy="212072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3" name="Line"/>
          <p:cNvSpPr/>
          <p:nvPr/>
        </p:nvSpPr>
        <p:spPr>
          <a:xfrm>
            <a:off x="10254338" y="4737652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4" name="Line"/>
          <p:cNvSpPr/>
          <p:nvPr/>
        </p:nvSpPr>
        <p:spPr>
          <a:xfrm>
            <a:off x="10254338" y="2617304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5" name="Line"/>
          <p:cNvSpPr/>
          <p:nvPr/>
        </p:nvSpPr>
        <p:spPr>
          <a:xfrm>
            <a:off x="9633277" y="7388087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6" name="Line"/>
          <p:cNvSpPr/>
          <p:nvPr/>
        </p:nvSpPr>
        <p:spPr>
          <a:xfrm flipV="1">
            <a:off x="10261927" y="5785125"/>
            <a:ext cx="1" cy="320592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7" name="Line"/>
          <p:cNvSpPr/>
          <p:nvPr/>
        </p:nvSpPr>
        <p:spPr>
          <a:xfrm>
            <a:off x="10254338" y="5797825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8" name="Line"/>
          <p:cNvSpPr/>
          <p:nvPr/>
        </p:nvSpPr>
        <p:spPr>
          <a:xfrm>
            <a:off x="10254338" y="6858000"/>
            <a:ext cx="636241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9" name="Line"/>
          <p:cNvSpPr/>
          <p:nvPr/>
        </p:nvSpPr>
        <p:spPr>
          <a:xfrm>
            <a:off x="10254338" y="7918174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0" name="Line"/>
          <p:cNvSpPr/>
          <p:nvPr/>
        </p:nvSpPr>
        <p:spPr>
          <a:xfrm>
            <a:off x="10254338" y="8978348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1" name="单精度 float"/>
          <p:cNvSpPr txBox="1"/>
          <p:nvPr/>
        </p:nvSpPr>
        <p:spPr>
          <a:xfrm>
            <a:off x="16830975" y="3410778"/>
            <a:ext cx="354553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单精度　float</a:t>
            </a:r>
          </a:p>
        </p:txBody>
      </p:sp>
      <p:sp>
        <p:nvSpPr>
          <p:cNvPr id="222" name="Line"/>
          <p:cNvSpPr/>
          <p:nvPr/>
        </p:nvSpPr>
        <p:spPr>
          <a:xfrm>
            <a:off x="15363128" y="4737652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3" name="Line"/>
          <p:cNvSpPr/>
          <p:nvPr/>
        </p:nvSpPr>
        <p:spPr>
          <a:xfrm flipV="1">
            <a:off x="16007615" y="3849172"/>
            <a:ext cx="1" cy="177696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4" name="Line"/>
          <p:cNvSpPr/>
          <p:nvPr/>
        </p:nvSpPr>
        <p:spPr>
          <a:xfrm>
            <a:off x="15997966" y="3855278"/>
            <a:ext cx="63624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5" name="Line"/>
          <p:cNvSpPr/>
          <p:nvPr/>
        </p:nvSpPr>
        <p:spPr>
          <a:xfrm>
            <a:off x="15997966" y="5605797"/>
            <a:ext cx="63624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6" name="单精度 double"/>
          <p:cNvSpPr txBox="1"/>
          <p:nvPr/>
        </p:nvSpPr>
        <p:spPr>
          <a:xfrm>
            <a:off x="16830975" y="5161297"/>
            <a:ext cx="424651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单精度　double</a:t>
            </a:r>
          </a:p>
        </p:txBody>
      </p:sp>
      <p:grpSp>
        <p:nvGrpSpPr>
          <p:cNvPr id="229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27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28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30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数据类型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各进制数的表示与转换"/>
          <p:cNvSpPr txBox="1"/>
          <p:nvPr/>
        </p:nvSpPr>
        <p:spPr>
          <a:xfrm>
            <a:off x="7372349" y="6146799"/>
            <a:ext cx="9639301" cy="142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500"/>
            </a:lvl1pPr>
          </a:lstStyle>
          <a:p>
            <a:pPr/>
            <a:r>
              <a:t>各进制数的表示与转换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235" name="0 1 2 3 4 5 6 7 8 9"/>
          <p:cNvSpPr txBox="1"/>
          <p:nvPr/>
        </p:nvSpPr>
        <p:spPr>
          <a:xfrm>
            <a:off x="6895758" y="5199569"/>
            <a:ext cx="1059248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236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237" name="0"/>
          <p:cNvSpPr txBox="1"/>
          <p:nvPr/>
        </p:nvSpPr>
        <p:spPr>
          <a:xfrm>
            <a:off x="11925265" y="8349779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grpSp>
        <p:nvGrpSpPr>
          <p:cNvPr id="240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3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3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41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34" grpId="1"/>
      <p:bldP build="whole" bldLvl="1" animBg="1" rev="0" advAuto="0" spid="237" grpId="4"/>
      <p:bldP build="whole" bldLvl="1" animBg="1" rev="0" advAuto="0" spid="236" grpId="3"/>
      <p:bldP build="whole" bldLvl="1" animBg="1" rev="0" advAuto="0" spid="235" grpId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244" name="0 1 2 3 4 5 6 7 8 9"/>
          <p:cNvSpPr txBox="1"/>
          <p:nvPr/>
        </p:nvSpPr>
        <p:spPr>
          <a:xfrm>
            <a:off x="6895758" y="5199569"/>
            <a:ext cx="1059248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245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246" name="0"/>
          <p:cNvSpPr txBox="1"/>
          <p:nvPr/>
        </p:nvSpPr>
        <p:spPr>
          <a:xfrm>
            <a:off x="11492111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47" name="1"/>
          <p:cNvSpPr txBox="1"/>
          <p:nvPr/>
        </p:nvSpPr>
        <p:spPr>
          <a:xfrm>
            <a:off x="12358420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grpSp>
        <p:nvGrpSpPr>
          <p:cNvPr id="250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4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4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51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254" name="0 1 2 3 4 5 6 7 8 9"/>
          <p:cNvSpPr txBox="1"/>
          <p:nvPr/>
        </p:nvSpPr>
        <p:spPr>
          <a:xfrm>
            <a:off x="6895758" y="5199569"/>
            <a:ext cx="1059248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255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256" name="0"/>
          <p:cNvSpPr txBox="1"/>
          <p:nvPr/>
        </p:nvSpPr>
        <p:spPr>
          <a:xfrm>
            <a:off x="1105895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57" name="1"/>
          <p:cNvSpPr txBox="1"/>
          <p:nvPr/>
        </p:nvSpPr>
        <p:spPr>
          <a:xfrm>
            <a:off x="1192526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58" name="2"/>
          <p:cNvSpPr txBox="1"/>
          <p:nvPr/>
        </p:nvSpPr>
        <p:spPr>
          <a:xfrm>
            <a:off x="12791574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grpSp>
        <p:nvGrpSpPr>
          <p:cNvPr id="261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59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60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62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265" name="0 1 2 3 4 5 6 7 8 9"/>
          <p:cNvSpPr txBox="1"/>
          <p:nvPr/>
        </p:nvSpPr>
        <p:spPr>
          <a:xfrm>
            <a:off x="6895758" y="5199569"/>
            <a:ext cx="1059248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266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267" name="0"/>
          <p:cNvSpPr txBox="1"/>
          <p:nvPr/>
        </p:nvSpPr>
        <p:spPr>
          <a:xfrm>
            <a:off x="1062580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68" name="1"/>
          <p:cNvSpPr txBox="1"/>
          <p:nvPr/>
        </p:nvSpPr>
        <p:spPr>
          <a:xfrm>
            <a:off x="11492110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69" name="2"/>
          <p:cNvSpPr txBox="1"/>
          <p:nvPr/>
        </p:nvSpPr>
        <p:spPr>
          <a:xfrm>
            <a:off x="12358419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70" name="3"/>
          <p:cNvSpPr txBox="1"/>
          <p:nvPr/>
        </p:nvSpPr>
        <p:spPr>
          <a:xfrm>
            <a:off x="1322472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grpSp>
        <p:nvGrpSpPr>
          <p:cNvPr id="273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7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7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74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277" name="0 1 2 3 4 5 6 7 8 9"/>
          <p:cNvSpPr txBox="1"/>
          <p:nvPr/>
        </p:nvSpPr>
        <p:spPr>
          <a:xfrm>
            <a:off x="6895758" y="5199569"/>
            <a:ext cx="1059248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278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279" name="0"/>
          <p:cNvSpPr txBox="1"/>
          <p:nvPr/>
        </p:nvSpPr>
        <p:spPr>
          <a:xfrm>
            <a:off x="10192649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80" name="1"/>
          <p:cNvSpPr txBox="1"/>
          <p:nvPr/>
        </p:nvSpPr>
        <p:spPr>
          <a:xfrm>
            <a:off x="1105895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81" name="2"/>
          <p:cNvSpPr txBox="1"/>
          <p:nvPr/>
        </p:nvSpPr>
        <p:spPr>
          <a:xfrm>
            <a:off x="1192526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82" name="3"/>
          <p:cNvSpPr txBox="1"/>
          <p:nvPr/>
        </p:nvSpPr>
        <p:spPr>
          <a:xfrm>
            <a:off x="12791574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83" name="4"/>
          <p:cNvSpPr txBox="1"/>
          <p:nvPr/>
        </p:nvSpPr>
        <p:spPr>
          <a:xfrm>
            <a:off x="1365788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grpSp>
        <p:nvGrpSpPr>
          <p:cNvPr id="286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84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85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87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290" name="0 1 2 3 4 5 6 7 8 9"/>
          <p:cNvSpPr txBox="1"/>
          <p:nvPr/>
        </p:nvSpPr>
        <p:spPr>
          <a:xfrm>
            <a:off x="6895758" y="5199569"/>
            <a:ext cx="1059248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291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292" name="0"/>
          <p:cNvSpPr txBox="1"/>
          <p:nvPr/>
        </p:nvSpPr>
        <p:spPr>
          <a:xfrm>
            <a:off x="975949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93" name="1"/>
          <p:cNvSpPr txBox="1"/>
          <p:nvPr/>
        </p:nvSpPr>
        <p:spPr>
          <a:xfrm>
            <a:off x="1062580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94" name="2"/>
          <p:cNvSpPr txBox="1"/>
          <p:nvPr/>
        </p:nvSpPr>
        <p:spPr>
          <a:xfrm>
            <a:off x="11492111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95" name="3"/>
          <p:cNvSpPr txBox="1"/>
          <p:nvPr/>
        </p:nvSpPr>
        <p:spPr>
          <a:xfrm>
            <a:off x="12358420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96" name="4"/>
          <p:cNvSpPr txBox="1"/>
          <p:nvPr/>
        </p:nvSpPr>
        <p:spPr>
          <a:xfrm>
            <a:off x="13224729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97" name="5"/>
          <p:cNvSpPr txBox="1"/>
          <p:nvPr/>
        </p:nvSpPr>
        <p:spPr>
          <a:xfrm>
            <a:off x="1409103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grpSp>
        <p:nvGrpSpPr>
          <p:cNvPr id="300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9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9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301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304" name="0 1 2 3 4 5 6 7 8 9"/>
          <p:cNvSpPr txBox="1"/>
          <p:nvPr/>
        </p:nvSpPr>
        <p:spPr>
          <a:xfrm>
            <a:off x="6895758" y="5199569"/>
            <a:ext cx="1059248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305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306" name="0"/>
          <p:cNvSpPr txBox="1"/>
          <p:nvPr/>
        </p:nvSpPr>
        <p:spPr>
          <a:xfrm>
            <a:off x="9326340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307" name="1"/>
          <p:cNvSpPr txBox="1"/>
          <p:nvPr/>
        </p:nvSpPr>
        <p:spPr>
          <a:xfrm>
            <a:off x="1019264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08" name="2"/>
          <p:cNvSpPr txBox="1"/>
          <p:nvPr/>
        </p:nvSpPr>
        <p:spPr>
          <a:xfrm>
            <a:off x="1105895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09" name="3"/>
          <p:cNvSpPr txBox="1"/>
          <p:nvPr/>
        </p:nvSpPr>
        <p:spPr>
          <a:xfrm>
            <a:off x="1192526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10" name="4"/>
          <p:cNvSpPr txBox="1"/>
          <p:nvPr/>
        </p:nvSpPr>
        <p:spPr>
          <a:xfrm>
            <a:off x="12791574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11" name="5"/>
          <p:cNvSpPr txBox="1"/>
          <p:nvPr/>
        </p:nvSpPr>
        <p:spPr>
          <a:xfrm>
            <a:off x="13657881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12" name="6"/>
          <p:cNvSpPr txBox="1"/>
          <p:nvPr/>
        </p:nvSpPr>
        <p:spPr>
          <a:xfrm>
            <a:off x="14524190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grpSp>
        <p:nvGrpSpPr>
          <p:cNvPr id="315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31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1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316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319" name="0 1 2 3 4 5 6 7 8 9"/>
          <p:cNvSpPr txBox="1"/>
          <p:nvPr/>
        </p:nvSpPr>
        <p:spPr>
          <a:xfrm>
            <a:off x="6895758" y="5199569"/>
            <a:ext cx="1059248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320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321" name="0"/>
          <p:cNvSpPr txBox="1"/>
          <p:nvPr/>
        </p:nvSpPr>
        <p:spPr>
          <a:xfrm>
            <a:off x="8893186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322" name="1"/>
          <p:cNvSpPr txBox="1"/>
          <p:nvPr/>
        </p:nvSpPr>
        <p:spPr>
          <a:xfrm>
            <a:off x="9759494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23" name="2"/>
          <p:cNvSpPr txBox="1"/>
          <p:nvPr/>
        </p:nvSpPr>
        <p:spPr>
          <a:xfrm>
            <a:off x="10625802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24" name="3"/>
          <p:cNvSpPr txBox="1"/>
          <p:nvPr/>
        </p:nvSpPr>
        <p:spPr>
          <a:xfrm>
            <a:off x="11492110" y="834977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25" name="4"/>
          <p:cNvSpPr txBox="1"/>
          <p:nvPr/>
        </p:nvSpPr>
        <p:spPr>
          <a:xfrm>
            <a:off x="12358420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26" name="5"/>
          <p:cNvSpPr txBox="1"/>
          <p:nvPr/>
        </p:nvSpPr>
        <p:spPr>
          <a:xfrm>
            <a:off x="13224726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27" name="6"/>
          <p:cNvSpPr txBox="1"/>
          <p:nvPr/>
        </p:nvSpPr>
        <p:spPr>
          <a:xfrm>
            <a:off x="14091036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28" name="7"/>
          <p:cNvSpPr txBox="1"/>
          <p:nvPr/>
        </p:nvSpPr>
        <p:spPr>
          <a:xfrm>
            <a:off x="14957345" y="834977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grpSp>
        <p:nvGrpSpPr>
          <p:cNvPr id="331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329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30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332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335" name="0 1 2 3 4 5 6 7 8 9"/>
          <p:cNvSpPr txBox="1"/>
          <p:nvPr/>
        </p:nvSpPr>
        <p:spPr>
          <a:xfrm>
            <a:off x="6895758" y="5199569"/>
            <a:ext cx="1059248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336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337" name="0"/>
          <p:cNvSpPr txBox="1"/>
          <p:nvPr/>
        </p:nvSpPr>
        <p:spPr>
          <a:xfrm>
            <a:off x="8460030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338" name="1"/>
          <p:cNvSpPr txBox="1"/>
          <p:nvPr/>
        </p:nvSpPr>
        <p:spPr>
          <a:xfrm>
            <a:off x="932633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39" name="2"/>
          <p:cNvSpPr txBox="1"/>
          <p:nvPr/>
        </p:nvSpPr>
        <p:spPr>
          <a:xfrm>
            <a:off x="10192646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40" name="3"/>
          <p:cNvSpPr txBox="1"/>
          <p:nvPr/>
        </p:nvSpPr>
        <p:spPr>
          <a:xfrm>
            <a:off x="1105895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41" name="4"/>
          <p:cNvSpPr txBox="1"/>
          <p:nvPr/>
        </p:nvSpPr>
        <p:spPr>
          <a:xfrm>
            <a:off x="11925264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42" name="5"/>
          <p:cNvSpPr txBox="1"/>
          <p:nvPr/>
        </p:nvSpPr>
        <p:spPr>
          <a:xfrm>
            <a:off x="12791571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43" name="6"/>
          <p:cNvSpPr txBox="1"/>
          <p:nvPr/>
        </p:nvSpPr>
        <p:spPr>
          <a:xfrm>
            <a:off x="13657881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44" name="7"/>
          <p:cNvSpPr txBox="1"/>
          <p:nvPr/>
        </p:nvSpPr>
        <p:spPr>
          <a:xfrm>
            <a:off x="14524190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45" name="8"/>
          <p:cNvSpPr txBox="1"/>
          <p:nvPr/>
        </p:nvSpPr>
        <p:spPr>
          <a:xfrm>
            <a:off x="15390500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grpSp>
        <p:nvGrpSpPr>
          <p:cNvPr id="348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34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4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349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352" name="0 1 2 3 4 5 6 7 8 9"/>
          <p:cNvSpPr txBox="1"/>
          <p:nvPr/>
        </p:nvSpPr>
        <p:spPr>
          <a:xfrm>
            <a:off x="6895758" y="5199569"/>
            <a:ext cx="1059248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353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354" name="0"/>
          <p:cNvSpPr txBox="1"/>
          <p:nvPr/>
        </p:nvSpPr>
        <p:spPr>
          <a:xfrm>
            <a:off x="802687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355" name="1"/>
          <p:cNvSpPr txBox="1"/>
          <p:nvPr/>
        </p:nvSpPr>
        <p:spPr>
          <a:xfrm>
            <a:off x="889318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56" name="2"/>
          <p:cNvSpPr txBox="1"/>
          <p:nvPr/>
        </p:nvSpPr>
        <p:spPr>
          <a:xfrm>
            <a:off x="975949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57" name="3"/>
          <p:cNvSpPr txBox="1"/>
          <p:nvPr/>
        </p:nvSpPr>
        <p:spPr>
          <a:xfrm>
            <a:off x="10625800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58" name="4"/>
          <p:cNvSpPr txBox="1"/>
          <p:nvPr/>
        </p:nvSpPr>
        <p:spPr>
          <a:xfrm>
            <a:off x="11492109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59" name="5"/>
          <p:cNvSpPr txBox="1"/>
          <p:nvPr/>
        </p:nvSpPr>
        <p:spPr>
          <a:xfrm>
            <a:off x="1235841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60" name="6"/>
          <p:cNvSpPr txBox="1"/>
          <p:nvPr/>
        </p:nvSpPr>
        <p:spPr>
          <a:xfrm>
            <a:off x="1322472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61" name="7"/>
          <p:cNvSpPr txBox="1"/>
          <p:nvPr/>
        </p:nvSpPr>
        <p:spPr>
          <a:xfrm>
            <a:off x="1409103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62" name="8"/>
          <p:cNvSpPr txBox="1"/>
          <p:nvPr/>
        </p:nvSpPr>
        <p:spPr>
          <a:xfrm>
            <a:off x="1495734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63" name="9"/>
          <p:cNvSpPr txBox="1"/>
          <p:nvPr/>
        </p:nvSpPr>
        <p:spPr>
          <a:xfrm>
            <a:off x="1582365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grpSp>
        <p:nvGrpSpPr>
          <p:cNvPr id="366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364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65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367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370" name="0 1 2 3 4 5 6 7 8 9"/>
          <p:cNvSpPr txBox="1"/>
          <p:nvPr/>
        </p:nvSpPr>
        <p:spPr>
          <a:xfrm>
            <a:off x="6895758" y="5199569"/>
            <a:ext cx="1059248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371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372" name="0"/>
          <p:cNvSpPr txBox="1"/>
          <p:nvPr/>
        </p:nvSpPr>
        <p:spPr>
          <a:xfrm>
            <a:off x="802687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373" name="1"/>
          <p:cNvSpPr txBox="1"/>
          <p:nvPr/>
        </p:nvSpPr>
        <p:spPr>
          <a:xfrm>
            <a:off x="889318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74" name="2"/>
          <p:cNvSpPr txBox="1"/>
          <p:nvPr/>
        </p:nvSpPr>
        <p:spPr>
          <a:xfrm>
            <a:off x="975949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75" name="3"/>
          <p:cNvSpPr txBox="1"/>
          <p:nvPr/>
        </p:nvSpPr>
        <p:spPr>
          <a:xfrm>
            <a:off x="10625800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76" name="4"/>
          <p:cNvSpPr txBox="1"/>
          <p:nvPr/>
        </p:nvSpPr>
        <p:spPr>
          <a:xfrm>
            <a:off x="11492109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77" name="5"/>
          <p:cNvSpPr txBox="1"/>
          <p:nvPr/>
        </p:nvSpPr>
        <p:spPr>
          <a:xfrm>
            <a:off x="1235841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78" name="6"/>
          <p:cNvSpPr txBox="1"/>
          <p:nvPr/>
        </p:nvSpPr>
        <p:spPr>
          <a:xfrm>
            <a:off x="1322472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79" name="7"/>
          <p:cNvSpPr txBox="1"/>
          <p:nvPr/>
        </p:nvSpPr>
        <p:spPr>
          <a:xfrm>
            <a:off x="1409103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80" name="8"/>
          <p:cNvSpPr txBox="1"/>
          <p:nvPr/>
        </p:nvSpPr>
        <p:spPr>
          <a:xfrm>
            <a:off x="1495734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81" name="9"/>
          <p:cNvSpPr txBox="1"/>
          <p:nvPr/>
        </p:nvSpPr>
        <p:spPr>
          <a:xfrm>
            <a:off x="1582365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82" name="10"/>
          <p:cNvSpPr txBox="1"/>
          <p:nvPr/>
        </p:nvSpPr>
        <p:spPr>
          <a:xfrm>
            <a:off x="11715681" y="944422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grpSp>
        <p:nvGrpSpPr>
          <p:cNvPr id="385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38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8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386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300">
        <p:fade/>
      </p:transition>
    </mc:Choice>
    <mc:Fallback>
      <p:transition spd="fast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389" name="0 1 2 3 4 5 6 7 8 9"/>
          <p:cNvSpPr txBox="1"/>
          <p:nvPr/>
        </p:nvSpPr>
        <p:spPr>
          <a:xfrm>
            <a:off x="6895758" y="5199569"/>
            <a:ext cx="1059248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390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391" name="0"/>
          <p:cNvSpPr txBox="1"/>
          <p:nvPr/>
        </p:nvSpPr>
        <p:spPr>
          <a:xfrm>
            <a:off x="802687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392" name="1"/>
          <p:cNvSpPr txBox="1"/>
          <p:nvPr/>
        </p:nvSpPr>
        <p:spPr>
          <a:xfrm>
            <a:off x="889318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93" name="2"/>
          <p:cNvSpPr txBox="1"/>
          <p:nvPr/>
        </p:nvSpPr>
        <p:spPr>
          <a:xfrm>
            <a:off x="975949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94" name="3"/>
          <p:cNvSpPr txBox="1"/>
          <p:nvPr/>
        </p:nvSpPr>
        <p:spPr>
          <a:xfrm>
            <a:off x="10625800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95" name="4"/>
          <p:cNvSpPr txBox="1"/>
          <p:nvPr/>
        </p:nvSpPr>
        <p:spPr>
          <a:xfrm>
            <a:off x="11492109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96" name="5"/>
          <p:cNvSpPr txBox="1"/>
          <p:nvPr/>
        </p:nvSpPr>
        <p:spPr>
          <a:xfrm>
            <a:off x="1235841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97" name="6"/>
          <p:cNvSpPr txBox="1"/>
          <p:nvPr/>
        </p:nvSpPr>
        <p:spPr>
          <a:xfrm>
            <a:off x="1322472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98" name="7"/>
          <p:cNvSpPr txBox="1"/>
          <p:nvPr/>
        </p:nvSpPr>
        <p:spPr>
          <a:xfrm>
            <a:off x="1409103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99" name="8"/>
          <p:cNvSpPr txBox="1"/>
          <p:nvPr/>
        </p:nvSpPr>
        <p:spPr>
          <a:xfrm>
            <a:off x="1495734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00" name="9"/>
          <p:cNvSpPr txBox="1"/>
          <p:nvPr/>
        </p:nvSpPr>
        <p:spPr>
          <a:xfrm>
            <a:off x="1582365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01" name="10"/>
          <p:cNvSpPr txBox="1"/>
          <p:nvPr/>
        </p:nvSpPr>
        <p:spPr>
          <a:xfrm>
            <a:off x="9787468" y="9444222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02" name="11"/>
          <p:cNvSpPr txBox="1"/>
          <p:nvPr/>
        </p:nvSpPr>
        <p:spPr>
          <a:xfrm>
            <a:off x="11072944" y="9444222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03" name="…"/>
          <p:cNvSpPr txBox="1"/>
          <p:nvPr/>
        </p:nvSpPr>
        <p:spPr>
          <a:xfrm>
            <a:off x="12568003" y="9444222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404" name="19"/>
          <p:cNvSpPr txBox="1"/>
          <p:nvPr/>
        </p:nvSpPr>
        <p:spPr>
          <a:xfrm>
            <a:off x="13643895" y="944422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19</a:t>
            </a:r>
          </a:p>
        </p:txBody>
      </p:sp>
      <p:grpSp>
        <p:nvGrpSpPr>
          <p:cNvPr id="407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40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40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408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411" name="0 1 2 3 4 5 6 7 8 9"/>
          <p:cNvSpPr txBox="1"/>
          <p:nvPr/>
        </p:nvSpPr>
        <p:spPr>
          <a:xfrm>
            <a:off x="6895758" y="5199569"/>
            <a:ext cx="1059248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412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413" name="0"/>
          <p:cNvSpPr txBox="1"/>
          <p:nvPr/>
        </p:nvSpPr>
        <p:spPr>
          <a:xfrm>
            <a:off x="802687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414" name="1"/>
          <p:cNvSpPr txBox="1"/>
          <p:nvPr/>
        </p:nvSpPr>
        <p:spPr>
          <a:xfrm>
            <a:off x="889318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15" name="2"/>
          <p:cNvSpPr txBox="1"/>
          <p:nvPr/>
        </p:nvSpPr>
        <p:spPr>
          <a:xfrm>
            <a:off x="975949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16" name="3"/>
          <p:cNvSpPr txBox="1"/>
          <p:nvPr/>
        </p:nvSpPr>
        <p:spPr>
          <a:xfrm>
            <a:off x="10625800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17" name="4"/>
          <p:cNvSpPr txBox="1"/>
          <p:nvPr/>
        </p:nvSpPr>
        <p:spPr>
          <a:xfrm>
            <a:off x="11492109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18" name="5"/>
          <p:cNvSpPr txBox="1"/>
          <p:nvPr/>
        </p:nvSpPr>
        <p:spPr>
          <a:xfrm>
            <a:off x="1235841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19" name="6"/>
          <p:cNvSpPr txBox="1"/>
          <p:nvPr/>
        </p:nvSpPr>
        <p:spPr>
          <a:xfrm>
            <a:off x="1322472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20" name="7"/>
          <p:cNvSpPr txBox="1"/>
          <p:nvPr/>
        </p:nvSpPr>
        <p:spPr>
          <a:xfrm>
            <a:off x="1409103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21" name="8"/>
          <p:cNvSpPr txBox="1"/>
          <p:nvPr/>
        </p:nvSpPr>
        <p:spPr>
          <a:xfrm>
            <a:off x="1495734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22" name="9"/>
          <p:cNvSpPr txBox="1"/>
          <p:nvPr/>
        </p:nvSpPr>
        <p:spPr>
          <a:xfrm>
            <a:off x="1582365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23" name="10"/>
          <p:cNvSpPr txBox="1"/>
          <p:nvPr/>
        </p:nvSpPr>
        <p:spPr>
          <a:xfrm>
            <a:off x="9787468" y="9444222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24" name="11"/>
          <p:cNvSpPr txBox="1"/>
          <p:nvPr/>
        </p:nvSpPr>
        <p:spPr>
          <a:xfrm>
            <a:off x="11072944" y="9444222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25" name="…"/>
          <p:cNvSpPr txBox="1"/>
          <p:nvPr/>
        </p:nvSpPr>
        <p:spPr>
          <a:xfrm>
            <a:off x="12568003" y="9444222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426" name="19"/>
          <p:cNvSpPr txBox="1"/>
          <p:nvPr/>
        </p:nvSpPr>
        <p:spPr>
          <a:xfrm>
            <a:off x="13643895" y="944422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427" name="20"/>
          <p:cNvSpPr txBox="1"/>
          <p:nvPr/>
        </p:nvSpPr>
        <p:spPr>
          <a:xfrm>
            <a:off x="11715681" y="10538666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20</a:t>
            </a:r>
          </a:p>
        </p:txBody>
      </p:sp>
      <p:grpSp>
        <p:nvGrpSpPr>
          <p:cNvPr id="430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42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42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431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300">
        <p:fade/>
      </p:transition>
    </mc:Choice>
    <mc:Fallback>
      <p:transition spd="fast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434" name="0 1 2 3 4 5 6 7 8 9"/>
          <p:cNvSpPr txBox="1"/>
          <p:nvPr/>
        </p:nvSpPr>
        <p:spPr>
          <a:xfrm>
            <a:off x="6895758" y="5199569"/>
            <a:ext cx="1059248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435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436" name="0"/>
          <p:cNvSpPr txBox="1"/>
          <p:nvPr/>
        </p:nvSpPr>
        <p:spPr>
          <a:xfrm>
            <a:off x="802687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437" name="1"/>
          <p:cNvSpPr txBox="1"/>
          <p:nvPr/>
        </p:nvSpPr>
        <p:spPr>
          <a:xfrm>
            <a:off x="889318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38" name="2"/>
          <p:cNvSpPr txBox="1"/>
          <p:nvPr/>
        </p:nvSpPr>
        <p:spPr>
          <a:xfrm>
            <a:off x="975949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39" name="3"/>
          <p:cNvSpPr txBox="1"/>
          <p:nvPr/>
        </p:nvSpPr>
        <p:spPr>
          <a:xfrm>
            <a:off x="10625800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40" name="4"/>
          <p:cNvSpPr txBox="1"/>
          <p:nvPr/>
        </p:nvSpPr>
        <p:spPr>
          <a:xfrm>
            <a:off x="11492109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41" name="5"/>
          <p:cNvSpPr txBox="1"/>
          <p:nvPr/>
        </p:nvSpPr>
        <p:spPr>
          <a:xfrm>
            <a:off x="1235841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42" name="6"/>
          <p:cNvSpPr txBox="1"/>
          <p:nvPr/>
        </p:nvSpPr>
        <p:spPr>
          <a:xfrm>
            <a:off x="1322472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43" name="7"/>
          <p:cNvSpPr txBox="1"/>
          <p:nvPr/>
        </p:nvSpPr>
        <p:spPr>
          <a:xfrm>
            <a:off x="1409103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44" name="8"/>
          <p:cNvSpPr txBox="1"/>
          <p:nvPr/>
        </p:nvSpPr>
        <p:spPr>
          <a:xfrm>
            <a:off x="1495734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45" name="9"/>
          <p:cNvSpPr txBox="1"/>
          <p:nvPr/>
        </p:nvSpPr>
        <p:spPr>
          <a:xfrm>
            <a:off x="1582365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46" name="10"/>
          <p:cNvSpPr txBox="1"/>
          <p:nvPr/>
        </p:nvSpPr>
        <p:spPr>
          <a:xfrm>
            <a:off x="9787468" y="9444222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47" name="11"/>
          <p:cNvSpPr txBox="1"/>
          <p:nvPr/>
        </p:nvSpPr>
        <p:spPr>
          <a:xfrm>
            <a:off x="11072944" y="9444222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48" name="…"/>
          <p:cNvSpPr txBox="1"/>
          <p:nvPr/>
        </p:nvSpPr>
        <p:spPr>
          <a:xfrm>
            <a:off x="12568003" y="9444222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449" name="19"/>
          <p:cNvSpPr txBox="1"/>
          <p:nvPr/>
        </p:nvSpPr>
        <p:spPr>
          <a:xfrm>
            <a:off x="13643895" y="944422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450" name="20"/>
          <p:cNvSpPr txBox="1"/>
          <p:nvPr/>
        </p:nvSpPr>
        <p:spPr>
          <a:xfrm>
            <a:off x="10261269" y="10538666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451" name="…"/>
          <p:cNvSpPr txBox="1"/>
          <p:nvPr/>
        </p:nvSpPr>
        <p:spPr>
          <a:xfrm>
            <a:off x="11516387" y="10538666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452" name="…"/>
          <p:cNvSpPr txBox="1"/>
          <p:nvPr/>
        </p:nvSpPr>
        <p:spPr>
          <a:xfrm>
            <a:off x="12352338" y="10538666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453" name="99"/>
          <p:cNvSpPr txBox="1"/>
          <p:nvPr/>
        </p:nvSpPr>
        <p:spPr>
          <a:xfrm>
            <a:off x="13170093" y="10538666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99</a:t>
            </a:r>
          </a:p>
        </p:txBody>
      </p:sp>
      <p:grpSp>
        <p:nvGrpSpPr>
          <p:cNvPr id="456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454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455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457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460" name="0 1 2 3 4 5 6 7 8 9"/>
          <p:cNvSpPr txBox="1"/>
          <p:nvPr/>
        </p:nvSpPr>
        <p:spPr>
          <a:xfrm>
            <a:off x="6895758" y="5199569"/>
            <a:ext cx="1059248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461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462" name="0"/>
          <p:cNvSpPr txBox="1"/>
          <p:nvPr/>
        </p:nvSpPr>
        <p:spPr>
          <a:xfrm>
            <a:off x="802687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463" name="1"/>
          <p:cNvSpPr txBox="1"/>
          <p:nvPr/>
        </p:nvSpPr>
        <p:spPr>
          <a:xfrm>
            <a:off x="889318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64" name="2"/>
          <p:cNvSpPr txBox="1"/>
          <p:nvPr/>
        </p:nvSpPr>
        <p:spPr>
          <a:xfrm>
            <a:off x="975949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65" name="3"/>
          <p:cNvSpPr txBox="1"/>
          <p:nvPr/>
        </p:nvSpPr>
        <p:spPr>
          <a:xfrm>
            <a:off x="10625800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66" name="4"/>
          <p:cNvSpPr txBox="1"/>
          <p:nvPr/>
        </p:nvSpPr>
        <p:spPr>
          <a:xfrm>
            <a:off x="11492109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67" name="5"/>
          <p:cNvSpPr txBox="1"/>
          <p:nvPr/>
        </p:nvSpPr>
        <p:spPr>
          <a:xfrm>
            <a:off x="1235841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68" name="6"/>
          <p:cNvSpPr txBox="1"/>
          <p:nvPr/>
        </p:nvSpPr>
        <p:spPr>
          <a:xfrm>
            <a:off x="1322472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69" name="7"/>
          <p:cNvSpPr txBox="1"/>
          <p:nvPr/>
        </p:nvSpPr>
        <p:spPr>
          <a:xfrm>
            <a:off x="1409103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70" name="8"/>
          <p:cNvSpPr txBox="1"/>
          <p:nvPr/>
        </p:nvSpPr>
        <p:spPr>
          <a:xfrm>
            <a:off x="1495734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71" name="9"/>
          <p:cNvSpPr txBox="1"/>
          <p:nvPr/>
        </p:nvSpPr>
        <p:spPr>
          <a:xfrm>
            <a:off x="1582365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72" name="10"/>
          <p:cNvSpPr txBox="1"/>
          <p:nvPr/>
        </p:nvSpPr>
        <p:spPr>
          <a:xfrm>
            <a:off x="9787468" y="9444222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73" name="11"/>
          <p:cNvSpPr txBox="1"/>
          <p:nvPr/>
        </p:nvSpPr>
        <p:spPr>
          <a:xfrm>
            <a:off x="11072944" y="9444222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74" name="…"/>
          <p:cNvSpPr txBox="1"/>
          <p:nvPr/>
        </p:nvSpPr>
        <p:spPr>
          <a:xfrm>
            <a:off x="12568003" y="9444222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475" name="19"/>
          <p:cNvSpPr txBox="1"/>
          <p:nvPr/>
        </p:nvSpPr>
        <p:spPr>
          <a:xfrm>
            <a:off x="13643895" y="944422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476" name="20"/>
          <p:cNvSpPr txBox="1"/>
          <p:nvPr/>
        </p:nvSpPr>
        <p:spPr>
          <a:xfrm>
            <a:off x="10261269" y="10538666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477" name="…"/>
          <p:cNvSpPr txBox="1"/>
          <p:nvPr/>
        </p:nvSpPr>
        <p:spPr>
          <a:xfrm>
            <a:off x="11516387" y="10538666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478" name="…"/>
          <p:cNvSpPr txBox="1"/>
          <p:nvPr/>
        </p:nvSpPr>
        <p:spPr>
          <a:xfrm>
            <a:off x="12352338" y="10538666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479" name="99"/>
          <p:cNvSpPr txBox="1"/>
          <p:nvPr/>
        </p:nvSpPr>
        <p:spPr>
          <a:xfrm>
            <a:off x="13170093" y="10538666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99</a:t>
            </a:r>
          </a:p>
        </p:txBody>
      </p:sp>
      <p:sp>
        <p:nvSpPr>
          <p:cNvPr id="480" name="100"/>
          <p:cNvSpPr txBox="1"/>
          <p:nvPr/>
        </p:nvSpPr>
        <p:spPr>
          <a:xfrm>
            <a:off x="11506097" y="11633110"/>
            <a:ext cx="137180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100</a:t>
            </a:r>
          </a:p>
        </p:txBody>
      </p:sp>
      <p:grpSp>
        <p:nvGrpSpPr>
          <p:cNvPr id="483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48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48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484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600">
        <p:fade/>
      </p:transition>
    </mc:Choice>
    <mc:Fallback>
      <p:transition spd="fast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487" name="0 1"/>
          <p:cNvSpPr txBox="1"/>
          <p:nvPr/>
        </p:nvSpPr>
        <p:spPr>
          <a:xfrm>
            <a:off x="11366431" y="5199569"/>
            <a:ext cx="16511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</a:t>
            </a:r>
          </a:p>
        </p:txBody>
      </p:sp>
      <p:sp>
        <p:nvSpPr>
          <p:cNvPr id="488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489" name="0"/>
          <p:cNvSpPr txBox="1"/>
          <p:nvPr/>
        </p:nvSpPr>
        <p:spPr>
          <a:xfrm>
            <a:off x="11925265" y="8349779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grpSp>
        <p:nvGrpSpPr>
          <p:cNvPr id="49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49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49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493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二进制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88" grpId="3"/>
      <p:bldP build="whole" bldLvl="1" animBg="1" rev="0" advAuto="0" spid="486" grpId="1"/>
      <p:bldP build="whole" bldLvl="1" animBg="1" rev="0" advAuto="0" spid="487" grpId="2"/>
      <p:bldP build="whole" bldLvl="1" animBg="1" rev="0" advAuto="0" spid="489" grpId="4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496" name="0 1"/>
          <p:cNvSpPr txBox="1"/>
          <p:nvPr/>
        </p:nvSpPr>
        <p:spPr>
          <a:xfrm>
            <a:off x="11366431" y="5199569"/>
            <a:ext cx="16511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</a:t>
            </a:r>
          </a:p>
        </p:txBody>
      </p:sp>
      <p:sp>
        <p:nvSpPr>
          <p:cNvPr id="497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498" name="0"/>
          <p:cNvSpPr txBox="1"/>
          <p:nvPr/>
        </p:nvSpPr>
        <p:spPr>
          <a:xfrm>
            <a:off x="11492111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499" name="1"/>
          <p:cNvSpPr txBox="1"/>
          <p:nvPr/>
        </p:nvSpPr>
        <p:spPr>
          <a:xfrm>
            <a:off x="12358420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grpSp>
        <p:nvGrpSpPr>
          <p:cNvPr id="50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50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50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503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506" name="0 1"/>
          <p:cNvSpPr txBox="1"/>
          <p:nvPr/>
        </p:nvSpPr>
        <p:spPr>
          <a:xfrm>
            <a:off x="11366431" y="5199569"/>
            <a:ext cx="16511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</a:t>
            </a:r>
          </a:p>
        </p:txBody>
      </p:sp>
      <p:sp>
        <p:nvSpPr>
          <p:cNvPr id="507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508" name="0"/>
          <p:cNvSpPr txBox="1"/>
          <p:nvPr/>
        </p:nvSpPr>
        <p:spPr>
          <a:xfrm>
            <a:off x="1084937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509" name="1"/>
          <p:cNvSpPr txBox="1"/>
          <p:nvPr/>
        </p:nvSpPr>
        <p:spPr>
          <a:xfrm>
            <a:off x="11715681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10" name="10"/>
          <p:cNvSpPr txBox="1"/>
          <p:nvPr/>
        </p:nvSpPr>
        <p:spPr>
          <a:xfrm>
            <a:off x="12581990" y="8349777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grpSp>
        <p:nvGrpSpPr>
          <p:cNvPr id="513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51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51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514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517" name="0 1"/>
          <p:cNvSpPr txBox="1"/>
          <p:nvPr/>
        </p:nvSpPr>
        <p:spPr>
          <a:xfrm>
            <a:off x="11366431" y="5199569"/>
            <a:ext cx="16511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</a:t>
            </a:r>
          </a:p>
        </p:txBody>
      </p:sp>
      <p:sp>
        <p:nvSpPr>
          <p:cNvPr id="518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519" name="0"/>
          <p:cNvSpPr txBox="1"/>
          <p:nvPr/>
        </p:nvSpPr>
        <p:spPr>
          <a:xfrm>
            <a:off x="10206635" y="834977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520" name="1"/>
          <p:cNvSpPr txBox="1"/>
          <p:nvPr/>
        </p:nvSpPr>
        <p:spPr>
          <a:xfrm>
            <a:off x="11072944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21" name="10"/>
          <p:cNvSpPr txBox="1"/>
          <p:nvPr/>
        </p:nvSpPr>
        <p:spPr>
          <a:xfrm>
            <a:off x="11939251" y="8349777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22" name="11"/>
          <p:cNvSpPr txBox="1"/>
          <p:nvPr/>
        </p:nvSpPr>
        <p:spPr>
          <a:xfrm>
            <a:off x="13224727" y="8349777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grpSp>
        <p:nvGrpSpPr>
          <p:cNvPr id="525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52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52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526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600">
        <p159:morph option="byObject"/>
      </p:transition>
    </mc:Choice>
    <mc:Fallback>
      <p:transition spd="fast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529" name="0 1"/>
          <p:cNvSpPr txBox="1"/>
          <p:nvPr/>
        </p:nvSpPr>
        <p:spPr>
          <a:xfrm>
            <a:off x="11366431" y="5199569"/>
            <a:ext cx="16511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</a:t>
            </a:r>
          </a:p>
        </p:txBody>
      </p:sp>
      <p:sp>
        <p:nvSpPr>
          <p:cNvPr id="530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531" name="0"/>
          <p:cNvSpPr txBox="1"/>
          <p:nvPr/>
        </p:nvSpPr>
        <p:spPr>
          <a:xfrm>
            <a:off x="9354314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532" name="1"/>
          <p:cNvSpPr txBox="1"/>
          <p:nvPr/>
        </p:nvSpPr>
        <p:spPr>
          <a:xfrm>
            <a:off x="1022062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33" name="10"/>
          <p:cNvSpPr txBox="1"/>
          <p:nvPr/>
        </p:nvSpPr>
        <p:spPr>
          <a:xfrm>
            <a:off x="11086930" y="8349778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34" name="11"/>
          <p:cNvSpPr txBox="1"/>
          <p:nvPr/>
        </p:nvSpPr>
        <p:spPr>
          <a:xfrm>
            <a:off x="12372406" y="8349778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35" name="100"/>
          <p:cNvSpPr txBox="1"/>
          <p:nvPr/>
        </p:nvSpPr>
        <p:spPr>
          <a:xfrm>
            <a:off x="13657881" y="8349778"/>
            <a:ext cx="1371805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100</a:t>
            </a:r>
          </a:p>
        </p:txBody>
      </p:sp>
      <p:grpSp>
        <p:nvGrpSpPr>
          <p:cNvPr id="538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53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53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539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542" name="0 1"/>
          <p:cNvSpPr txBox="1"/>
          <p:nvPr/>
        </p:nvSpPr>
        <p:spPr>
          <a:xfrm>
            <a:off x="11366431" y="5199569"/>
            <a:ext cx="16511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</a:t>
            </a:r>
          </a:p>
        </p:txBody>
      </p:sp>
      <p:sp>
        <p:nvSpPr>
          <p:cNvPr id="543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544" name="0"/>
          <p:cNvSpPr txBox="1"/>
          <p:nvPr/>
        </p:nvSpPr>
        <p:spPr>
          <a:xfrm>
            <a:off x="850199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545" name="1"/>
          <p:cNvSpPr txBox="1"/>
          <p:nvPr/>
        </p:nvSpPr>
        <p:spPr>
          <a:xfrm>
            <a:off x="9368301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46" name="10"/>
          <p:cNvSpPr txBox="1"/>
          <p:nvPr/>
        </p:nvSpPr>
        <p:spPr>
          <a:xfrm>
            <a:off x="10234608" y="8349778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47" name="11"/>
          <p:cNvSpPr txBox="1"/>
          <p:nvPr/>
        </p:nvSpPr>
        <p:spPr>
          <a:xfrm>
            <a:off x="11520084" y="8349778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48" name="100"/>
          <p:cNvSpPr txBox="1"/>
          <p:nvPr/>
        </p:nvSpPr>
        <p:spPr>
          <a:xfrm>
            <a:off x="12805559" y="8349778"/>
            <a:ext cx="137180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100</a:t>
            </a:r>
          </a:p>
        </p:txBody>
      </p:sp>
      <p:sp>
        <p:nvSpPr>
          <p:cNvPr id="549" name="101"/>
          <p:cNvSpPr txBox="1"/>
          <p:nvPr/>
        </p:nvSpPr>
        <p:spPr>
          <a:xfrm>
            <a:off x="14510202" y="8349778"/>
            <a:ext cx="137180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101</a:t>
            </a:r>
          </a:p>
        </p:txBody>
      </p:sp>
      <p:grpSp>
        <p:nvGrpSpPr>
          <p:cNvPr id="55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55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55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553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556" name="0 1"/>
          <p:cNvSpPr txBox="1"/>
          <p:nvPr/>
        </p:nvSpPr>
        <p:spPr>
          <a:xfrm>
            <a:off x="11366431" y="5199569"/>
            <a:ext cx="16511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</a:t>
            </a:r>
          </a:p>
        </p:txBody>
      </p:sp>
      <p:sp>
        <p:nvSpPr>
          <p:cNvPr id="557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558" name="0"/>
          <p:cNvSpPr txBox="1"/>
          <p:nvPr/>
        </p:nvSpPr>
        <p:spPr>
          <a:xfrm>
            <a:off x="850199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559" name="1"/>
          <p:cNvSpPr txBox="1"/>
          <p:nvPr/>
        </p:nvSpPr>
        <p:spPr>
          <a:xfrm>
            <a:off x="9368301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60" name="10"/>
          <p:cNvSpPr txBox="1"/>
          <p:nvPr/>
        </p:nvSpPr>
        <p:spPr>
          <a:xfrm>
            <a:off x="10234608" y="8349778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61" name="11"/>
          <p:cNvSpPr txBox="1"/>
          <p:nvPr/>
        </p:nvSpPr>
        <p:spPr>
          <a:xfrm>
            <a:off x="11520084" y="8349778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62" name="100"/>
          <p:cNvSpPr txBox="1"/>
          <p:nvPr/>
        </p:nvSpPr>
        <p:spPr>
          <a:xfrm>
            <a:off x="12805559" y="8349778"/>
            <a:ext cx="137180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100</a:t>
            </a:r>
          </a:p>
        </p:txBody>
      </p:sp>
      <p:sp>
        <p:nvSpPr>
          <p:cNvPr id="563" name="101"/>
          <p:cNvSpPr txBox="1"/>
          <p:nvPr/>
        </p:nvSpPr>
        <p:spPr>
          <a:xfrm>
            <a:off x="14510202" y="8349778"/>
            <a:ext cx="137180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101</a:t>
            </a:r>
          </a:p>
        </p:txBody>
      </p:sp>
      <p:sp>
        <p:nvSpPr>
          <p:cNvPr id="564" name="110"/>
          <p:cNvSpPr txBox="1"/>
          <p:nvPr/>
        </p:nvSpPr>
        <p:spPr>
          <a:xfrm>
            <a:off x="16214845" y="8349778"/>
            <a:ext cx="137180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110</a:t>
            </a:r>
          </a:p>
        </p:txBody>
      </p:sp>
      <p:grpSp>
        <p:nvGrpSpPr>
          <p:cNvPr id="567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56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56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568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571" name="0 1"/>
          <p:cNvSpPr txBox="1"/>
          <p:nvPr/>
        </p:nvSpPr>
        <p:spPr>
          <a:xfrm>
            <a:off x="11366431" y="5199569"/>
            <a:ext cx="16511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</a:t>
            </a:r>
          </a:p>
        </p:txBody>
      </p:sp>
      <p:sp>
        <p:nvSpPr>
          <p:cNvPr id="572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573" name="0"/>
          <p:cNvSpPr txBox="1"/>
          <p:nvPr/>
        </p:nvSpPr>
        <p:spPr>
          <a:xfrm>
            <a:off x="6797349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574" name="1"/>
          <p:cNvSpPr txBox="1"/>
          <p:nvPr/>
        </p:nvSpPr>
        <p:spPr>
          <a:xfrm>
            <a:off x="7663657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75" name="10"/>
          <p:cNvSpPr txBox="1"/>
          <p:nvPr/>
        </p:nvSpPr>
        <p:spPr>
          <a:xfrm>
            <a:off x="8529965" y="8349778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76" name="11"/>
          <p:cNvSpPr txBox="1"/>
          <p:nvPr/>
        </p:nvSpPr>
        <p:spPr>
          <a:xfrm>
            <a:off x="9815441" y="8349778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77" name="100"/>
          <p:cNvSpPr txBox="1"/>
          <p:nvPr/>
        </p:nvSpPr>
        <p:spPr>
          <a:xfrm>
            <a:off x="11100916" y="8349778"/>
            <a:ext cx="1371805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100</a:t>
            </a:r>
          </a:p>
        </p:txBody>
      </p:sp>
      <p:sp>
        <p:nvSpPr>
          <p:cNvPr id="578" name="101"/>
          <p:cNvSpPr txBox="1"/>
          <p:nvPr/>
        </p:nvSpPr>
        <p:spPr>
          <a:xfrm>
            <a:off x="12805559" y="8349778"/>
            <a:ext cx="137180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101</a:t>
            </a:r>
          </a:p>
        </p:txBody>
      </p:sp>
      <p:sp>
        <p:nvSpPr>
          <p:cNvPr id="579" name="110"/>
          <p:cNvSpPr txBox="1"/>
          <p:nvPr/>
        </p:nvSpPr>
        <p:spPr>
          <a:xfrm>
            <a:off x="14510202" y="8349778"/>
            <a:ext cx="137180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110</a:t>
            </a:r>
          </a:p>
        </p:txBody>
      </p:sp>
      <p:sp>
        <p:nvSpPr>
          <p:cNvPr id="580" name="111"/>
          <p:cNvSpPr txBox="1"/>
          <p:nvPr/>
        </p:nvSpPr>
        <p:spPr>
          <a:xfrm>
            <a:off x="16214845" y="8349778"/>
            <a:ext cx="137180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111</a:t>
            </a:r>
          </a:p>
        </p:txBody>
      </p:sp>
      <p:grpSp>
        <p:nvGrpSpPr>
          <p:cNvPr id="583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58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58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584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587" name="0 1"/>
          <p:cNvSpPr txBox="1"/>
          <p:nvPr/>
        </p:nvSpPr>
        <p:spPr>
          <a:xfrm>
            <a:off x="11366431" y="5199569"/>
            <a:ext cx="16511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</a:t>
            </a:r>
          </a:p>
        </p:txBody>
      </p:sp>
      <p:sp>
        <p:nvSpPr>
          <p:cNvPr id="588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589" name="0"/>
          <p:cNvSpPr txBox="1"/>
          <p:nvPr/>
        </p:nvSpPr>
        <p:spPr>
          <a:xfrm>
            <a:off x="6797349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590" name="1"/>
          <p:cNvSpPr txBox="1"/>
          <p:nvPr/>
        </p:nvSpPr>
        <p:spPr>
          <a:xfrm>
            <a:off x="7663657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91" name="10"/>
          <p:cNvSpPr txBox="1"/>
          <p:nvPr/>
        </p:nvSpPr>
        <p:spPr>
          <a:xfrm>
            <a:off x="8529965" y="8349778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92" name="11"/>
          <p:cNvSpPr txBox="1"/>
          <p:nvPr/>
        </p:nvSpPr>
        <p:spPr>
          <a:xfrm>
            <a:off x="9815441" y="8349778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93" name="100"/>
          <p:cNvSpPr txBox="1"/>
          <p:nvPr/>
        </p:nvSpPr>
        <p:spPr>
          <a:xfrm>
            <a:off x="11100916" y="8349778"/>
            <a:ext cx="1371805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100</a:t>
            </a:r>
          </a:p>
        </p:txBody>
      </p:sp>
      <p:sp>
        <p:nvSpPr>
          <p:cNvPr id="594" name="101"/>
          <p:cNvSpPr txBox="1"/>
          <p:nvPr/>
        </p:nvSpPr>
        <p:spPr>
          <a:xfrm>
            <a:off x="12805559" y="8349778"/>
            <a:ext cx="137180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101</a:t>
            </a:r>
          </a:p>
        </p:txBody>
      </p:sp>
      <p:sp>
        <p:nvSpPr>
          <p:cNvPr id="595" name="110"/>
          <p:cNvSpPr txBox="1"/>
          <p:nvPr/>
        </p:nvSpPr>
        <p:spPr>
          <a:xfrm>
            <a:off x="14510202" y="8349778"/>
            <a:ext cx="137180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110</a:t>
            </a:r>
          </a:p>
        </p:txBody>
      </p:sp>
      <p:sp>
        <p:nvSpPr>
          <p:cNvPr id="596" name="111"/>
          <p:cNvSpPr txBox="1"/>
          <p:nvPr/>
        </p:nvSpPr>
        <p:spPr>
          <a:xfrm>
            <a:off x="16214845" y="8349778"/>
            <a:ext cx="137180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111</a:t>
            </a:r>
          </a:p>
        </p:txBody>
      </p:sp>
      <p:sp>
        <p:nvSpPr>
          <p:cNvPr id="597" name="1000"/>
          <p:cNvSpPr txBox="1"/>
          <p:nvPr/>
        </p:nvSpPr>
        <p:spPr>
          <a:xfrm>
            <a:off x="17919489" y="8349778"/>
            <a:ext cx="179097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1000</a:t>
            </a:r>
          </a:p>
        </p:txBody>
      </p:sp>
      <p:grpSp>
        <p:nvGrpSpPr>
          <p:cNvPr id="600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59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59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601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604" name="0 1 2 3 4 5 6 7"/>
          <p:cNvSpPr txBox="1"/>
          <p:nvPr/>
        </p:nvSpPr>
        <p:spPr>
          <a:xfrm>
            <a:off x="8013427" y="5199569"/>
            <a:ext cx="835714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</a:t>
            </a:r>
          </a:p>
        </p:txBody>
      </p:sp>
      <p:sp>
        <p:nvSpPr>
          <p:cNvPr id="605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606" name="0"/>
          <p:cNvSpPr txBox="1"/>
          <p:nvPr/>
        </p:nvSpPr>
        <p:spPr>
          <a:xfrm>
            <a:off x="11925265" y="8349779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grpSp>
        <p:nvGrpSpPr>
          <p:cNvPr id="609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607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608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610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八进制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03" grpId="1"/>
      <p:bldP build="whole" bldLvl="1" animBg="1" rev="0" advAuto="0" spid="605" grpId="3"/>
      <p:bldP build="whole" bldLvl="1" animBg="1" rev="0" advAuto="0" spid="606" grpId="4"/>
      <p:bldP build="whole" bldLvl="1" animBg="1" rev="0" advAuto="0" spid="604" grpId="2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613" name="0 1 2 3 4 5 6 7"/>
          <p:cNvSpPr txBox="1"/>
          <p:nvPr/>
        </p:nvSpPr>
        <p:spPr>
          <a:xfrm>
            <a:off x="8013427" y="5199569"/>
            <a:ext cx="835714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</a:t>
            </a:r>
          </a:p>
        </p:txBody>
      </p:sp>
      <p:sp>
        <p:nvSpPr>
          <p:cNvPr id="614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615" name="0"/>
          <p:cNvSpPr txBox="1"/>
          <p:nvPr/>
        </p:nvSpPr>
        <p:spPr>
          <a:xfrm>
            <a:off x="11518363" y="8349779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616" name="1"/>
          <p:cNvSpPr txBox="1"/>
          <p:nvPr/>
        </p:nvSpPr>
        <p:spPr>
          <a:xfrm>
            <a:off x="1233216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grpSp>
        <p:nvGrpSpPr>
          <p:cNvPr id="619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617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618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620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八进制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623" name="0 1 2 3 4 5 6 7"/>
          <p:cNvSpPr txBox="1"/>
          <p:nvPr/>
        </p:nvSpPr>
        <p:spPr>
          <a:xfrm>
            <a:off x="8013427" y="5199569"/>
            <a:ext cx="835714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</a:t>
            </a:r>
          </a:p>
        </p:txBody>
      </p:sp>
      <p:sp>
        <p:nvSpPr>
          <p:cNvPr id="624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625" name="0"/>
          <p:cNvSpPr txBox="1"/>
          <p:nvPr/>
        </p:nvSpPr>
        <p:spPr>
          <a:xfrm>
            <a:off x="11111461" y="8349779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626" name="1"/>
          <p:cNvSpPr txBox="1"/>
          <p:nvPr/>
        </p:nvSpPr>
        <p:spPr>
          <a:xfrm>
            <a:off x="1192526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27" name="2"/>
          <p:cNvSpPr txBox="1"/>
          <p:nvPr/>
        </p:nvSpPr>
        <p:spPr>
          <a:xfrm>
            <a:off x="12739070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grpSp>
        <p:nvGrpSpPr>
          <p:cNvPr id="630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62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62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631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八进制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634" name="0 1 2 3 4 5 6 7"/>
          <p:cNvSpPr txBox="1"/>
          <p:nvPr/>
        </p:nvSpPr>
        <p:spPr>
          <a:xfrm>
            <a:off x="8013427" y="5199569"/>
            <a:ext cx="835714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</a:t>
            </a:r>
          </a:p>
        </p:txBody>
      </p:sp>
      <p:sp>
        <p:nvSpPr>
          <p:cNvPr id="635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636" name="0"/>
          <p:cNvSpPr txBox="1"/>
          <p:nvPr/>
        </p:nvSpPr>
        <p:spPr>
          <a:xfrm>
            <a:off x="10704559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637" name="1"/>
          <p:cNvSpPr txBox="1"/>
          <p:nvPr/>
        </p:nvSpPr>
        <p:spPr>
          <a:xfrm>
            <a:off x="1151836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38" name="2"/>
          <p:cNvSpPr txBox="1"/>
          <p:nvPr/>
        </p:nvSpPr>
        <p:spPr>
          <a:xfrm>
            <a:off x="1233216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39" name="3"/>
          <p:cNvSpPr txBox="1"/>
          <p:nvPr/>
        </p:nvSpPr>
        <p:spPr>
          <a:xfrm>
            <a:off x="1314597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grpSp>
        <p:nvGrpSpPr>
          <p:cNvPr id="64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64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64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643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八进制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646" name="0 1 2 3 4 5 6 7"/>
          <p:cNvSpPr txBox="1"/>
          <p:nvPr/>
        </p:nvSpPr>
        <p:spPr>
          <a:xfrm>
            <a:off x="8013427" y="5199569"/>
            <a:ext cx="835714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</a:t>
            </a:r>
          </a:p>
        </p:txBody>
      </p:sp>
      <p:sp>
        <p:nvSpPr>
          <p:cNvPr id="647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648" name="0"/>
          <p:cNvSpPr txBox="1"/>
          <p:nvPr/>
        </p:nvSpPr>
        <p:spPr>
          <a:xfrm>
            <a:off x="1029765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649" name="1"/>
          <p:cNvSpPr txBox="1"/>
          <p:nvPr/>
        </p:nvSpPr>
        <p:spPr>
          <a:xfrm>
            <a:off x="11111461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50" name="2"/>
          <p:cNvSpPr txBox="1"/>
          <p:nvPr/>
        </p:nvSpPr>
        <p:spPr>
          <a:xfrm>
            <a:off x="1192526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51" name="3"/>
          <p:cNvSpPr txBox="1"/>
          <p:nvPr/>
        </p:nvSpPr>
        <p:spPr>
          <a:xfrm>
            <a:off x="12739070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52" name="4"/>
          <p:cNvSpPr txBox="1"/>
          <p:nvPr/>
        </p:nvSpPr>
        <p:spPr>
          <a:xfrm>
            <a:off x="1355287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grpSp>
        <p:nvGrpSpPr>
          <p:cNvPr id="655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65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65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656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八进制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659" name="0 1 2 3 4 5 6 7"/>
          <p:cNvSpPr txBox="1"/>
          <p:nvPr/>
        </p:nvSpPr>
        <p:spPr>
          <a:xfrm>
            <a:off x="8013427" y="5199569"/>
            <a:ext cx="835714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</a:t>
            </a:r>
          </a:p>
        </p:txBody>
      </p:sp>
      <p:sp>
        <p:nvSpPr>
          <p:cNvPr id="660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661" name="0"/>
          <p:cNvSpPr txBox="1"/>
          <p:nvPr/>
        </p:nvSpPr>
        <p:spPr>
          <a:xfrm>
            <a:off x="9890754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662" name="1"/>
          <p:cNvSpPr txBox="1"/>
          <p:nvPr/>
        </p:nvSpPr>
        <p:spPr>
          <a:xfrm>
            <a:off x="10704559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63" name="2"/>
          <p:cNvSpPr txBox="1"/>
          <p:nvPr/>
        </p:nvSpPr>
        <p:spPr>
          <a:xfrm>
            <a:off x="1151836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64" name="3"/>
          <p:cNvSpPr txBox="1"/>
          <p:nvPr/>
        </p:nvSpPr>
        <p:spPr>
          <a:xfrm>
            <a:off x="1233216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65" name="4"/>
          <p:cNvSpPr txBox="1"/>
          <p:nvPr/>
        </p:nvSpPr>
        <p:spPr>
          <a:xfrm>
            <a:off x="1314597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66" name="5"/>
          <p:cNvSpPr txBox="1"/>
          <p:nvPr/>
        </p:nvSpPr>
        <p:spPr>
          <a:xfrm>
            <a:off x="1395977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grpSp>
        <p:nvGrpSpPr>
          <p:cNvPr id="669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667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668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670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八进制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673" name="0 1 2 3 4 5 6 7"/>
          <p:cNvSpPr txBox="1"/>
          <p:nvPr/>
        </p:nvSpPr>
        <p:spPr>
          <a:xfrm>
            <a:off x="8013427" y="5199569"/>
            <a:ext cx="835714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</a:t>
            </a:r>
          </a:p>
        </p:txBody>
      </p:sp>
      <p:sp>
        <p:nvSpPr>
          <p:cNvPr id="674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675" name="0"/>
          <p:cNvSpPr txBox="1"/>
          <p:nvPr/>
        </p:nvSpPr>
        <p:spPr>
          <a:xfrm>
            <a:off x="948385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676" name="1"/>
          <p:cNvSpPr txBox="1"/>
          <p:nvPr/>
        </p:nvSpPr>
        <p:spPr>
          <a:xfrm>
            <a:off x="1029765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77" name="2"/>
          <p:cNvSpPr txBox="1"/>
          <p:nvPr/>
        </p:nvSpPr>
        <p:spPr>
          <a:xfrm>
            <a:off x="11111461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78" name="3"/>
          <p:cNvSpPr txBox="1"/>
          <p:nvPr/>
        </p:nvSpPr>
        <p:spPr>
          <a:xfrm>
            <a:off x="1192526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79" name="4"/>
          <p:cNvSpPr txBox="1"/>
          <p:nvPr/>
        </p:nvSpPr>
        <p:spPr>
          <a:xfrm>
            <a:off x="12739070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80" name="5"/>
          <p:cNvSpPr txBox="1"/>
          <p:nvPr/>
        </p:nvSpPr>
        <p:spPr>
          <a:xfrm>
            <a:off x="1355287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81" name="6"/>
          <p:cNvSpPr txBox="1"/>
          <p:nvPr/>
        </p:nvSpPr>
        <p:spPr>
          <a:xfrm>
            <a:off x="14366679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grpSp>
        <p:nvGrpSpPr>
          <p:cNvPr id="684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682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683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685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八进制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688" name="0 1 2 3 4 5 6 7"/>
          <p:cNvSpPr txBox="1"/>
          <p:nvPr/>
        </p:nvSpPr>
        <p:spPr>
          <a:xfrm>
            <a:off x="8013427" y="5199569"/>
            <a:ext cx="835714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</a:t>
            </a:r>
          </a:p>
        </p:txBody>
      </p:sp>
      <p:sp>
        <p:nvSpPr>
          <p:cNvPr id="689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690" name="0"/>
          <p:cNvSpPr txBox="1"/>
          <p:nvPr/>
        </p:nvSpPr>
        <p:spPr>
          <a:xfrm>
            <a:off x="9076949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691" name="1"/>
          <p:cNvSpPr txBox="1"/>
          <p:nvPr/>
        </p:nvSpPr>
        <p:spPr>
          <a:xfrm>
            <a:off x="9890754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92" name="2"/>
          <p:cNvSpPr txBox="1"/>
          <p:nvPr/>
        </p:nvSpPr>
        <p:spPr>
          <a:xfrm>
            <a:off x="10704559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93" name="3"/>
          <p:cNvSpPr txBox="1"/>
          <p:nvPr/>
        </p:nvSpPr>
        <p:spPr>
          <a:xfrm>
            <a:off x="1151836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94" name="4"/>
          <p:cNvSpPr txBox="1"/>
          <p:nvPr/>
        </p:nvSpPr>
        <p:spPr>
          <a:xfrm>
            <a:off x="1233216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95" name="5"/>
          <p:cNvSpPr txBox="1"/>
          <p:nvPr/>
        </p:nvSpPr>
        <p:spPr>
          <a:xfrm>
            <a:off x="1314597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96" name="6"/>
          <p:cNvSpPr txBox="1"/>
          <p:nvPr/>
        </p:nvSpPr>
        <p:spPr>
          <a:xfrm>
            <a:off x="1395977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97" name="7"/>
          <p:cNvSpPr txBox="1"/>
          <p:nvPr/>
        </p:nvSpPr>
        <p:spPr>
          <a:xfrm>
            <a:off x="1477358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grpSp>
        <p:nvGrpSpPr>
          <p:cNvPr id="700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69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69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701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八进制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704" name="0 1 2 3 4 5 6 7"/>
          <p:cNvSpPr txBox="1"/>
          <p:nvPr/>
        </p:nvSpPr>
        <p:spPr>
          <a:xfrm>
            <a:off x="8013427" y="5199569"/>
            <a:ext cx="835714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</a:t>
            </a:r>
          </a:p>
        </p:txBody>
      </p:sp>
      <p:sp>
        <p:nvSpPr>
          <p:cNvPr id="705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706" name="0"/>
          <p:cNvSpPr txBox="1"/>
          <p:nvPr/>
        </p:nvSpPr>
        <p:spPr>
          <a:xfrm>
            <a:off x="9076949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07" name="1"/>
          <p:cNvSpPr txBox="1"/>
          <p:nvPr/>
        </p:nvSpPr>
        <p:spPr>
          <a:xfrm>
            <a:off x="9890754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08" name="2"/>
          <p:cNvSpPr txBox="1"/>
          <p:nvPr/>
        </p:nvSpPr>
        <p:spPr>
          <a:xfrm>
            <a:off x="10704559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09" name="3"/>
          <p:cNvSpPr txBox="1"/>
          <p:nvPr/>
        </p:nvSpPr>
        <p:spPr>
          <a:xfrm>
            <a:off x="1151836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10" name="4"/>
          <p:cNvSpPr txBox="1"/>
          <p:nvPr/>
        </p:nvSpPr>
        <p:spPr>
          <a:xfrm>
            <a:off x="1233216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11" name="5"/>
          <p:cNvSpPr txBox="1"/>
          <p:nvPr/>
        </p:nvSpPr>
        <p:spPr>
          <a:xfrm>
            <a:off x="1314597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12" name="6"/>
          <p:cNvSpPr txBox="1"/>
          <p:nvPr/>
        </p:nvSpPr>
        <p:spPr>
          <a:xfrm>
            <a:off x="1395977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13" name="7"/>
          <p:cNvSpPr txBox="1"/>
          <p:nvPr/>
        </p:nvSpPr>
        <p:spPr>
          <a:xfrm>
            <a:off x="1477358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14" name="10"/>
          <p:cNvSpPr txBox="1"/>
          <p:nvPr/>
        </p:nvSpPr>
        <p:spPr>
          <a:xfrm>
            <a:off x="11715681" y="944422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grpSp>
        <p:nvGrpSpPr>
          <p:cNvPr id="717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71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71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718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八进制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721" name="0 1 2 3 4 5 6 7"/>
          <p:cNvSpPr txBox="1"/>
          <p:nvPr/>
        </p:nvSpPr>
        <p:spPr>
          <a:xfrm>
            <a:off x="8013427" y="5199569"/>
            <a:ext cx="835714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</a:t>
            </a:r>
          </a:p>
        </p:txBody>
      </p:sp>
      <p:sp>
        <p:nvSpPr>
          <p:cNvPr id="722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723" name="0"/>
          <p:cNvSpPr txBox="1"/>
          <p:nvPr/>
        </p:nvSpPr>
        <p:spPr>
          <a:xfrm>
            <a:off x="9076949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24" name="1"/>
          <p:cNvSpPr txBox="1"/>
          <p:nvPr/>
        </p:nvSpPr>
        <p:spPr>
          <a:xfrm>
            <a:off x="9890754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25" name="2"/>
          <p:cNvSpPr txBox="1"/>
          <p:nvPr/>
        </p:nvSpPr>
        <p:spPr>
          <a:xfrm>
            <a:off x="10704559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26" name="3"/>
          <p:cNvSpPr txBox="1"/>
          <p:nvPr/>
        </p:nvSpPr>
        <p:spPr>
          <a:xfrm>
            <a:off x="1151836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27" name="4"/>
          <p:cNvSpPr txBox="1"/>
          <p:nvPr/>
        </p:nvSpPr>
        <p:spPr>
          <a:xfrm>
            <a:off x="1233216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28" name="5"/>
          <p:cNvSpPr txBox="1"/>
          <p:nvPr/>
        </p:nvSpPr>
        <p:spPr>
          <a:xfrm>
            <a:off x="1314597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29" name="6"/>
          <p:cNvSpPr txBox="1"/>
          <p:nvPr/>
        </p:nvSpPr>
        <p:spPr>
          <a:xfrm>
            <a:off x="1395977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30" name="7"/>
          <p:cNvSpPr txBox="1"/>
          <p:nvPr/>
        </p:nvSpPr>
        <p:spPr>
          <a:xfrm>
            <a:off x="1477358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31" name="10"/>
          <p:cNvSpPr txBox="1"/>
          <p:nvPr/>
        </p:nvSpPr>
        <p:spPr>
          <a:xfrm>
            <a:off x="10015450" y="944422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32" name="11"/>
          <p:cNvSpPr txBox="1"/>
          <p:nvPr/>
        </p:nvSpPr>
        <p:spPr>
          <a:xfrm>
            <a:off x="11288660" y="944422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33" name="…"/>
          <p:cNvSpPr txBox="1"/>
          <p:nvPr/>
        </p:nvSpPr>
        <p:spPr>
          <a:xfrm>
            <a:off x="12561871" y="9444222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734" name="17"/>
          <p:cNvSpPr txBox="1"/>
          <p:nvPr/>
        </p:nvSpPr>
        <p:spPr>
          <a:xfrm>
            <a:off x="13415912" y="944422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17</a:t>
            </a:r>
          </a:p>
        </p:txBody>
      </p:sp>
      <p:grpSp>
        <p:nvGrpSpPr>
          <p:cNvPr id="737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73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73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738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八进制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741" name="0 1 2 3 4 5 6 7"/>
          <p:cNvSpPr txBox="1"/>
          <p:nvPr/>
        </p:nvSpPr>
        <p:spPr>
          <a:xfrm>
            <a:off x="8013427" y="5199569"/>
            <a:ext cx="835714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</a:t>
            </a:r>
          </a:p>
        </p:txBody>
      </p:sp>
      <p:sp>
        <p:nvSpPr>
          <p:cNvPr id="742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743" name="0"/>
          <p:cNvSpPr txBox="1"/>
          <p:nvPr/>
        </p:nvSpPr>
        <p:spPr>
          <a:xfrm>
            <a:off x="9076949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44" name="1"/>
          <p:cNvSpPr txBox="1"/>
          <p:nvPr/>
        </p:nvSpPr>
        <p:spPr>
          <a:xfrm>
            <a:off x="9890754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45" name="2"/>
          <p:cNvSpPr txBox="1"/>
          <p:nvPr/>
        </p:nvSpPr>
        <p:spPr>
          <a:xfrm>
            <a:off x="10704559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46" name="3"/>
          <p:cNvSpPr txBox="1"/>
          <p:nvPr/>
        </p:nvSpPr>
        <p:spPr>
          <a:xfrm>
            <a:off x="1151836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47" name="4"/>
          <p:cNvSpPr txBox="1"/>
          <p:nvPr/>
        </p:nvSpPr>
        <p:spPr>
          <a:xfrm>
            <a:off x="1233216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48" name="5"/>
          <p:cNvSpPr txBox="1"/>
          <p:nvPr/>
        </p:nvSpPr>
        <p:spPr>
          <a:xfrm>
            <a:off x="1314597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49" name="6"/>
          <p:cNvSpPr txBox="1"/>
          <p:nvPr/>
        </p:nvSpPr>
        <p:spPr>
          <a:xfrm>
            <a:off x="1395977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50" name="7"/>
          <p:cNvSpPr txBox="1"/>
          <p:nvPr/>
        </p:nvSpPr>
        <p:spPr>
          <a:xfrm>
            <a:off x="1477358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51" name="10"/>
          <p:cNvSpPr txBox="1"/>
          <p:nvPr/>
        </p:nvSpPr>
        <p:spPr>
          <a:xfrm>
            <a:off x="10015450" y="944422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52" name="11"/>
          <p:cNvSpPr txBox="1"/>
          <p:nvPr/>
        </p:nvSpPr>
        <p:spPr>
          <a:xfrm>
            <a:off x="11288660" y="944422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53" name="…"/>
          <p:cNvSpPr txBox="1"/>
          <p:nvPr/>
        </p:nvSpPr>
        <p:spPr>
          <a:xfrm>
            <a:off x="12561871" y="9444222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754" name="17"/>
          <p:cNvSpPr txBox="1"/>
          <p:nvPr/>
        </p:nvSpPr>
        <p:spPr>
          <a:xfrm>
            <a:off x="13415912" y="944422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755" name="20"/>
          <p:cNvSpPr txBox="1"/>
          <p:nvPr/>
        </p:nvSpPr>
        <p:spPr>
          <a:xfrm>
            <a:off x="11715681" y="10538666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20</a:t>
            </a:r>
          </a:p>
        </p:txBody>
      </p:sp>
      <p:grpSp>
        <p:nvGrpSpPr>
          <p:cNvPr id="758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75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75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759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八进制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500">
        <p:fade/>
      </p:transition>
    </mc:Choice>
    <mc:Fallback>
      <p:transition spd="fast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762" name="0 1 2 3 4 5 6 7"/>
          <p:cNvSpPr txBox="1"/>
          <p:nvPr/>
        </p:nvSpPr>
        <p:spPr>
          <a:xfrm>
            <a:off x="8013427" y="5199569"/>
            <a:ext cx="835714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</a:t>
            </a:r>
          </a:p>
        </p:txBody>
      </p:sp>
      <p:sp>
        <p:nvSpPr>
          <p:cNvPr id="763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764" name="0"/>
          <p:cNvSpPr txBox="1"/>
          <p:nvPr/>
        </p:nvSpPr>
        <p:spPr>
          <a:xfrm>
            <a:off x="9076949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65" name="1"/>
          <p:cNvSpPr txBox="1"/>
          <p:nvPr/>
        </p:nvSpPr>
        <p:spPr>
          <a:xfrm>
            <a:off x="9890754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66" name="2"/>
          <p:cNvSpPr txBox="1"/>
          <p:nvPr/>
        </p:nvSpPr>
        <p:spPr>
          <a:xfrm>
            <a:off x="10704559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67" name="3"/>
          <p:cNvSpPr txBox="1"/>
          <p:nvPr/>
        </p:nvSpPr>
        <p:spPr>
          <a:xfrm>
            <a:off x="1151836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68" name="4"/>
          <p:cNvSpPr txBox="1"/>
          <p:nvPr/>
        </p:nvSpPr>
        <p:spPr>
          <a:xfrm>
            <a:off x="1233216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69" name="5"/>
          <p:cNvSpPr txBox="1"/>
          <p:nvPr/>
        </p:nvSpPr>
        <p:spPr>
          <a:xfrm>
            <a:off x="1314597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70" name="6"/>
          <p:cNvSpPr txBox="1"/>
          <p:nvPr/>
        </p:nvSpPr>
        <p:spPr>
          <a:xfrm>
            <a:off x="1395977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71" name="7"/>
          <p:cNvSpPr txBox="1"/>
          <p:nvPr/>
        </p:nvSpPr>
        <p:spPr>
          <a:xfrm>
            <a:off x="1477358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72" name="10"/>
          <p:cNvSpPr txBox="1"/>
          <p:nvPr/>
        </p:nvSpPr>
        <p:spPr>
          <a:xfrm>
            <a:off x="10015450" y="944422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73" name="11"/>
          <p:cNvSpPr txBox="1"/>
          <p:nvPr/>
        </p:nvSpPr>
        <p:spPr>
          <a:xfrm>
            <a:off x="11288660" y="944422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74" name="…"/>
          <p:cNvSpPr txBox="1"/>
          <p:nvPr/>
        </p:nvSpPr>
        <p:spPr>
          <a:xfrm>
            <a:off x="12561871" y="9444222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775" name="17"/>
          <p:cNvSpPr txBox="1"/>
          <p:nvPr/>
        </p:nvSpPr>
        <p:spPr>
          <a:xfrm>
            <a:off x="13415912" y="944422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776" name="20"/>
          <p:cNvSpPr txBox="1"/>
          <p:nvPr/>
        </p:nvSpPr>
        <p:spPr>
          <a:xfrm>
            <a:off x="10256815" y="10538666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777" name="…"/>
          <p:cNvSpPr txBox="1"/>
          <p:nvPr/>
        </p:nvSpPr>
        <p:spPr>
          <a:xfrm>
            <a:off x="11503028" y="10538666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778" name="…"/>
          <p:cNvSpPr txBox="1"/>
          <p:nvPr/>
        </p:nvSpPr>
        <p:spPr>
          <a:xfrm>
            <a:off x="12338787" y="10538666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779" name="77"/>
          <p:cNvSpPr txBox="1"/>
          <p:nvPr/>
        </p:nvSpPr>
        <p:spPr>
          <a:xfrm>
            <a:off x="13174547" y="10538666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77</a:t>
            </a:r>
          </a:p>
        </p:txBody>
      </p:sp>
      <p:grpSp>
        <p:nvGrpSpPr>
          <p:cNvPr id="78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78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78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783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八进制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786" name="0 1 2 3 4 5 6 7"/>
          <p:cNvSpPr txBox="1"/>
          <p:nvPr/>
        </p:nvSpPr>
        <p:spPr>
          <a:xfrm>
            <a:off x="8013427" y="5199569"/>
            <a:ext cx="835714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</a:t>
            </a:r>
          </a:p>
        </p:txBody>
      </p:sp>
      <p:sp>
        <p:nvSpPr>
          <p:cNvPr id="787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788" name="0"/>
          <p:cNvSpPr txBox="1"/>
          <p:nvPr/>
        </p:nvSpPr>
        <p:spPr>
          <a:xfrm>
            <a:off x="9076949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89" name="1"/>
          <p:cNvSpPr txBox="1"/>
          <p:nvPr/>
        </p:nvSpPr>
        <p:spPr>
          <a:xfrm>
            <a:off x="9890754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90" name="2"/>
          <p:cNvSpPr txBox="1"/>
          <p:nvPr/>
        </p:nvSpPr>
        <p:spPr>
          <a:xfrm>
            <a:off x="10704559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91" name="3"/>
          <p:cNvSpPr txBox="1"/>
          <p:nvPr/>
        </p:nvSpPr>
        <p:spPr>
          <a:xfrm>
            <a:off x="1151836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92" name="4"/>
          <p:cNvSpPr txBox="1"/>
          <p:nvPr/>
        </p:nvSpPr>
        <p:spPr>
          <a:xfrm>
            <a:off x="1233216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93" name="5"/>
          <p:cNvSpPr txBox="1"/>
          <p:nvPr/>
        </p:nvSpPr>
        <p:spPr>
          <a:xfrm>
            <a:off x="1314597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94" name="6"/>
          <p:cNvSpPr txBox="1"/>
          <p:nvPr/>
        </p:nvSpPr>
        <p:spPr>
          <a:xfrm>
            <a:off x="1395977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95" name="7"/>
          <p:cNvSpPr txBox="1"/>
          <p:nvPr/>
        </p:nvSpPr>
        <p:spPr>
          <a:xfrm>
            <a:off x="1477358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96" name="10"/>
          <p:cNvSpPr txBox="1"/>
          <p:nvPr/>
        </p:nvSpPr>
        <p:spPr>
          <a:xfrm>
            <a:off x="10015450" y="944422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97" name="11"/>
          <p:cNvSpPr txBox="1"/>
          <p:nvPr/>
        </p:nvSpPr>
        <p:spPr>
          <a:xfrm>
            <a:off x="11288660" y="944422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98" name="…"/>
          <p:cNvSpPr txBox="1"/>
          <p:nvPr/>
        </p:nvSpPr>
        <p:spPr>
          <a:xfrm>
            <a:off x="12561871" y="9444222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799" name="17"/>
          <p:cNvSpPr txBox="1"/>
          <p:nvPr/>
        </p:nvSpPr>
        <p:spPr>
          <a:xfrm>
            <a:off x="13415912" y="944422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800" name="20"/>
          <p:cNvSpPr txBox="1"/>
          <p:nvPr/>
        </p:nvSpPr>
        <p:spPr>
          <a:xfrm>
            <a:off x="10256815" y="10538666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801" name="…"/>
          <p:cNvSpPr txBox="1"/>
          <p:nvPr/>
        </p:nvSpPr>
        <p:spPr>
          <a:xfrm>
            <a:off x="11503028" y="10538666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802" name="…"/>
          <p:cNvSpPr txBox="1"/>
          <p:nvPr/>
        </p:nvSpPr>
        <p:spPr>
          <a:xfrm>
            <a:off x="12338787" y="10538666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803" name="77"/>
          <p:cNvSpPr txBox="1"/>
          <p:nvPr/>
        </p:nvSpPr>
        <p:spPr>
          <a:xfrm>
            <a:off x="13174547" y="10538666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77</a:t>
            </a:r>
          </a:p>
        </p:txBody>
      </p:sp>
      <p:sp>
        <p:nvSpPr>
          <p:cNvPr id="804" name="100"/>
          <p:cNvSpPr txBox="1"/>
          <p:nvPr/>
        </p:nvSpPr>
        <p:spPr>
          <a:xfrm>
            <a:off x="11506097" y="11633110"/>
            <a:ext cx="137180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100</a:t>
            </a:r>
          </a:p>
        </p:txBody>
      </p:sp>
      <p:grpSp>
        <p:nvGrpSpPr>
          <p:cNvPr id="807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80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80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808" name="文本框 14"/>
          <p:cNvSpPr txBox="1"/>
          <p:nvPr/>
        </p:nvSpPr>
        <p:spPr>
          <a:xfrm>
            <a:off x="2110821" y="1106786"/>
            <a:ext cx="2633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八进制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基本数字"/>
          <p:cNvSpPr txBox="1"/>
          <p:nvPr/>
        </p:nvSpPr>
        <p:spPr>
          <a:xfrm>
            <a:off x="10864850" y="3580015"/>
            <a:ext cx="26543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811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812" name="数数进位"/>
          <p:cNvSpPr txBox="1"/>
          <p:nvPr/>
        </p:nvSpPr>
        <p:spPr>
          <a:xfrm>
            <a:off x="10864850" y="6730224"/>
            <a:ext cx="26543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813" name="0"/>
          <p:cNvSpPr txBox="1"/>
          <p:nvPr/>
        </p:nvSpPr>
        <p:spPr>
          <a:xfrm>
            <a:off x="11925265" y="8349779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814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grpSp>
        <p:nvGrpSpPr>
          <p:cNvPr id="817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81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81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818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5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10" grpId="1"/>
      <p:bldP build="whole" bldLvl="1" animBg="1" rev="0" advAuto="0" spid="811" grpId="2"/>
      <p:bldP build="whole" bldLvl="1" animBg="1" rev="0" advAuto="0" spid="813" grpId="5"/>
      <p:bldP build="whole" bldLvl="1" animBg="1" rev="0" advAuto="0" spid="812" grpId="4"/>
      <p:bldP build="whole" bldLvl="1" animBg="1" rev="0" advAuto="0" spid="814" grpId="3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821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822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823" name="0"/>
          <p:cNvSpPr txBox="1"/>
          <p:nvPr/>
        </p:nvSpPr>
        <p:spPr>
          <a:xfrm>
            <a:off x="11557741" y="834977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824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825" name="1"/>
          <p:cNvSpPr txBox="1"/>
          <p:nvPr/>
        </p:nvSpPr>
        <p:spPr>
          <a:xfrm>
            <a:off x="12292789" y="834977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grpSp>
        <p:nvGrpSpPr>
          <p:cNvPr id="828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82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82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829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832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833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834" name="0"/>
          <p:cNvSpPr txBox="1"/>
          <p:nvPr/>
        </p:nvSpPr>
        <p:spPr>
          <a:xfrm>
            <a:off x="1119021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835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836" name="1"/>
          <p:cNvSpPr txBox="1"/>
          <p:nvPr/>
        </p:nvSpPr>
        <p:spPr>
          <a:xfrm>
            <a:off x="11925265" y="834977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37" name="2"/>
          <p:cNvSpPr txBox="1"/>
          <p:nvPr/>
        </p:nvSpPr>
        <p:spPr>
          <a:xfrm>
            <a:off x="12660314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grpSp>
        <p:nvGrpSpPr>
          <p:cNvPr id="840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83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83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841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844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845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846" name="0"/>
          <p:cNvSpPr txBox="1"/>
          <p:nvPr/>
        </p:nvSpPr>
        <p:spPr>
          <a:xfrm>
            <a:off x="1082269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847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848" name="1"/>
          <p:cNvSpPr txBox="1"/>
          <p:nvPr/>
        </p:nvSpPr>
        <p:spPr>
          <a:xfrm>
            <a:off x="11557741" y="834977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49" name="2"/>
          <p:cNvSpPr txBox="1"/>
          <p:nvPr/>
        </p:nvSpPr>
        <p:spPr>
          <a:xfrm>
            <a:off x="12292789" y="834977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50" name="3"/>
          <p:cNvSpPr txBox="1"/>
          <p:nvPr/>
        </p:nvSpPr>
        <p:spPr>
          <a:xfrm>
            <a:off x="13027837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grpSp>
        <p:nvGrpSpPr>
          <p:cNvPr id="853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85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85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854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857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858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859" name="0"/>
          <p:cNvSpPr txBox="1"/>
          <p:nvPr/>
        </p:nvSpPr>
        <p:spPr>
          <a:xfrm>
            <a:off x="10455169" y="8349779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860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861" name="1"/>
          <p:cNvSpPr txBox="1"/>
          <p:nvPr/>
        </p:nvSpPr>
        <p:spPr>
          <a:xfrm>
            <a:off x="11190217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62" name="2"/>
          <p:cNvSpPr txBox="1"/>
          <p:nvPr/>
        </p:nvSpPr>
        <p:spPr>
          <a:xfrm>
            <a:off x="11925265" y="834977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63" name="3"/>
          <p:cNvSpPr txBox="1"/>
          <p:nvPr/>
        </p:nvSpPr>
        <p:spPr>
          <a:xfrm>
            <a:off x="12660313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64" name="4"/>
          <p:cNvSpPr txBox="1"/>
          <p:nvPr/>
        </p:nvSpPr>
        <p:spPr>
          <a:xfrm>
            <a:off x="13395360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grpSp>
        <p:nvGrpSpPr>
          <p:cNvPr id="867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86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86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868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871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872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873" name="0"/>
          <p:cNvSpPr txBox="1"/>
          <p:nvPr/>
        </p:nvSpPr>
        <p:spPr>
          <a:xfrm>
            <a:off x="1008764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874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875" name="1"/>
          <p:cNvSpPr txBox="1"/>
          <p:nvPr/>
        </p:nvSpPr>
        <p:spPr>
          <a:xfrm>
            <a:off x="10822693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76" name="2"/>
          <p:cNvSpPr txBox="1"/>
          <p:nvPr/>
        </p:nvSpPr>
        <p:spPr>
          <a:xfrm>
            <a:off x="11557741" y="834977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77" name="3"/>
          <p:cNvSpPr txBox="1"/>
          <p:nvPr/>
        </p:nvSpPr>
        <p:spPr>
          <a:xfrm>
            <a:off x="12292789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78" name="4"/>
          <p:cNvSpPr txBox="1"/>
          <p:nvPr/>
        </p:nvSpPr>
        <p:spPr>
          <a:xfrm>
            <a:off x="1302783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79" name="5"/>
          <p:cNvSpPr txBox="1"/>
          <p:nvPr/>
        </p:nvSpPr>
        <p:spPr>
          <a:xfrm>
            <a:off x="1376288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grpSp>
        <p:nvGrpSpPr>
          <p:cNvPr id="88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88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88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883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886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887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888" name="0"/>
          <p:cNvSpPr txBox="1"/>
          <p:nvPr/>
        </p:nvSpPr>
        <p:spPr>
          <a:xfrm>
            <a:off x="1008764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889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890" name="1"/>
          <p:cNvSpPr txBox="1"/>
          <p:nvPr/>
        </p:nvSpPr>
        <p:spPr>
          <a:xfrm>
            <a:off x="10822693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91" name="2"/>
          <p:cNvSpPr txBox="1"/>
          <p:nvPr/>
        </p:nvSpPr>
        <p:spPr>
          <a:xfrm>
            <a:off x="11557741" y="834977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92" name="3"/>
          <p:cNvSpPr txBox="1"/>
          <p:nvPr/>
        </p:nvSpPr>
        <p:spPr>
          <a:xfrm>
            <a:off x="12292789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93" name="4"/>
          <p:cNvSpPr txBox="1"/>
          <p:nvPr/>
        </p:nvSpPr>
        <p:spPr>
          <a:xfrm>
            <a:off x="1302783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94" name="5"/>
          <p:cNvSpPr txBox="1"/>
          <p:nvPr/>
        </p:nvSpPr>
        <p:spPr>
          <a:xfrm>
            <a:off x="1376288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grpSp>
        <p:nvGrpSpPr>
          <p:cNvPr id="897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89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89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898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901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902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903" name="0"/>
          <p:cNvSpPr txBox="1"/>
          <p:nvPr/>
        </p:nvSpPr>
        <p:spPr>
          <a:xfrm>
            <a:off x="972012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04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905" name="1"/>
          <p:cNvSpPr txBox="1"/>
          <p:nvPr/>
        </p:nvSpPr>
        <p:spPr>
          <a:xfrm>
            <a:off x="10455170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06" name="2"/>
          <p:cNvSpPr txBox="1"/>
          <p:nvPr/>
        </p:nvSpPr>
        <p:spPr>
          <a:xfrm>
            <a:off x="11190218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07" name="3"/>
          <p:cNvSpPr txBox="1"/>
          <p:nvPr/>
        </p:nvSpPr>
        <p:spPr>
          <a:xfrm>
            <a:off x="11925265" y="834977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08" name="4"/>
          <p:cNvSpPr txBox="1"/>
          <p:nvPr/>
        </p:nvSpPr>
        <p:spPr>
          <a:xfrm>
            <a:off x="12660314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09" name="5"/>
          <p:cNvSpPr txBox="1"/>
          <p:nvPr/>
        </p:nvSpPr>
        <p:spPr>
          <a:xfrm>
            <a:off x="1339536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910" name="6"/>
          <p:cNvSpPr txBox="1"/>
          <p:nvPr/>
        </p:nvSpPr>
        <p:spPr>
          <a:xfrm>
            <a:off x="14130410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grpSp>
        <p:nvGrpSpPr>
          <p:cNvPr id="913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91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91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914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917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918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919" name="0"/>
          <p:cNvSpPr txBox="1"/>
          <p:nvPr/>
        </p:nvSpPr>
        <p:spPr>
          <a:xfrm>
            <a:off x="935259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20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921" name="1"/>
          <p:cNvSpPr txBox="1"/>
          <p:nvPr/>
        </p:nvSpPr>
        <p:spPr>
          <a:xfrm>
            <a:off x="10087646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22" name="2"/>
          <p:cNvSpPr txBox="1"/>
          <p:nvPr/>
        </p:nvSpPr>
        <p:spPr>
          <a:xfrm>
            <a:off x="10822694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23" name="3"/>
          <p:cNvSpPr txBox="1"/>
          <p:nvPr/>
        </p:nvSpPr>
        <p:spPr>
          <a:xfrm>
            <a:off x="11557741" y="834977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24" name="4"/>
          <p:cNvSpPr txBox="1"/>
          <p:nvPr/>
        </p:nvSpPr>
        <p:spPr>
          <a:xfrm>
            <a:off x="12292789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25" name="5"/>
          <p:cNvSpPr txBox="1"/>
          <p:nvPr/>
        </p:nvSpPr>
        <p:spPr>
          <a:xfrm>
            <a:off x="1302783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926" name="6"/>
          <p:cNvSpPr txBox="1"/>
          <p:nvPr/>
        </p:nvSpPr>
        <p:spPr>
          <a:xfrm>
            <a:off x="1376288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927" name="7"/>
          <p:cNvSpPr txBox="1"/>
          <p:nvPr/>
        </p:nvSpPr>
        <p:spPr>
          <a:xfrm>
            <a:off x="1449793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grpSp>
        <p:nvGrpSpPr>
          <p:cNvPr id="930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92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92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931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934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935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936" name="0"/>
          <p:cNvSpPr txBox="1"/>
          <p:nvPr/>
        </p:nvSpPr>
        <p:spPr>
          <a:xfrm>
            <a:off x="8985074" y="8349779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37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938" name="1"/>
          <p:cNvSpPr txBox="1"/>
          <p:nvPr/>
        </p:nvSpPr>
        <p:spPr>
          <a:xfrm>
            <a:off x="9720122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39" name="2"/>
          <p:cNvSpPr txBox="1"/>
          <p:nvPr/>
        </p:nvSpPr>
        <p:spPr>
          <a:xfrm>
            <a:off x="10455170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40" name="3"/>
          <p:cNvSpPr txBox="1"/>
          <p:nvPr/>
        </p:nvSpPr>
        <p:spPr>
          <a:xfrm>
            <a:off x="11190217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41" name="4"/>
          <p:cNvSpPr txBox="1"/>
          <p:nvPr/>
        </p:nvSpPr>
        <p:spPr>
          <a:xfrm>
            <a:off x="11925265" y="8349779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42" name="5"/>
          <p:cNvSpPr txBox="1"/>
          <p:nvPr/>
        </p:nvSpPr>
        <p:spPr>
          <a:xfrm>
            <a:off x="12660313" y="8349779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943" name="6"/>
          <p:cNvSpPr txBox="1"/>
          <p:nvPr/>
        </p:nvSpPr>
        <p:spPr>
          <a:xfrm>
            <a:off x="13395362" y="8349779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944" name="7"/>
          <p:cNvSpPr txBox="1"/>
          <p:nvPr/>
        </p:nvSpPr>
        <p:spPr>
          <a:xfrm>
            <a:off x="14130410" y="8349779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945" name="8"/>
          <p:cNvSpPr txBox="1"/>
          <p:nvPr/>
        </p:nvSpPr>
        <p:spPr>
          <a:xfrm>
            <a:off x="14865456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grpSp>
        <p:nvGrpSpPr>
          <p:cNvPr id="948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94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94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949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952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953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954" name="0"/>
          <p:cNvSpPr txBox="1"/>
          <p:nvPr/>
        </p:nvSpPr>
        <p:spPr>
          <a:xfrm>
            <a:off x="8617549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55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956" name="1"/>
          <p:cNvSpPr txBox="1"/>
          <p:nvPr/>
        </p:nvSpPr>
        <p:spPr>
          <a:xfrm>
            <a:off x="9352598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57" name="2"/>
          <p:cNvSpPr txBox="1"/>
          <p:nvPr/>
        </p:nvSpPr>
        <p:spPr>
          <a:xfrm>
            <a:off x="10087646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58" name="3"/>
          <p:cNvSpPr txBox="1"/>
          <p:nvPr/>
        </p:nvSpPr>
        <p:spPr>
          <a:xfrm>
            <a:off x="10822693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59" name="4"/>
          <p:cNvSpPr txBox="1"/>
          <p:nvPr/>
        </p:nvSpPr>
        <p:spPr>
          <a:xfrm>
            <a:off x="1155774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60" name="5"/>
          <p:cNvSpPr txBox="1"/>
          <p:nvPr/>
        </p:nvSpPr>
        <p:spPr>
          <a:xfrm>
            <a:off x="12292789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961" name="6"/>
          <p:cNvSpPr txBox="1"/>
          <p:nvPr/>
        </p:nvSpPr>
        <p:spPr>
          <a:xfrm>
            <a:off x="1302783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962" name="7"/>
          <p:cNvSpPr txBox="1"/>
          <p:nvPr/>
        </p:nvSpPr>
        <p:spPr>
          <a:xfrm>
            <a:off x="1376288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963" name="8"/>
          <p:cNvSpPr txBox="1"/>
          <p:nvPr/>
        </p:nvSpPr>
        <p:spPr>
          <a:xfrm>
            <a:off x="1449793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964" name="9"/>
          <p:cNvSpPr txBox="1"/>
          <p:nvPr/>
        </p:nvSpPr>
        <p:spPr>
          <a:xfrm>
            <a:off x="15232981" y="8349779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grpSp>
        <p:nvGrpSpPr>
          <p:cNvPr id="967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96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96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968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971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972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973" name="0"/>
          <p:cNvSpPr txBox="1"/>
          <p:nvPr/>
        </p:nvSpPr>
        <p:spPr>
          <a:xfrm>
            <a:off x="8250026" y="8349779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74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975" name="1"/>
          <p:cNvSpPr txBox="1"/>
          <p:nvPr/>
        </p:nvSpPr>
        <p:spPr>
          <a:xfrm>
            <a:off x="8985074" y="834977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76" name="2"/>
          <p:cNvSpPr txBox="1"/>
          <p:nvPr/>
        </p:nvSpPr>
        <p:spPr>
          <a:xfrm>
            <a:off x="9720122" y="834977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77" name="3"/>
          <p:cNvSpPr txBox="1"/>
          <p:nvPr/>
        </p:nvSpPr>
        <p:spPr>
          <a:xfrm>
            <a:off x="10455170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78" name="4"/>
          <p:cNvSpPr txBox="1"/>
          <p:nvPr/>
        </p:nvSpPr>
        <p:spPr>
          <a:xfrm>
            <a:off x="11190218" y="8349779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79" name="5"/>
          <p:cNvSpPr txBox="1"/>
          <p:nvPr/>
        </p:nvSpPr>
        <p:spPr>
          <a:xfrm>
            <a:off x="11925265" y="8349779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980" name="6"/>
          <p:cNvSpPr txBox="1"/>
          <p:nvPr/>
        </p:nvSpPr>
        <p:spPr>
          <a:xfrm>
            <a:off x="12660314" y="8349779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981" name="7"/>
          <p:cNvSpPr txBox="1"/>
          <p:nvPr/>
        </p:nvSpPr>
        <p:spPr>
          <a:xfrm>
            <a:off x="13395362" y="8349779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982" name="8"/>
          <p:cNvSpPr txBox="1"/>
          <p:nvPr/>
        </p:nvSpPr>
        <p:spPr>
          <a:xfrm>
            <a:off x="14130408" y="8349779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983" name="9"/>
          <p:cNvSpPr txBox="1"/>
          <p:nvPr/>
        </p:nvSpPr>
        <p:spPr>
          <a:xfrm>
            <a:off x="14865458" y="834978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984" name="a"/>
          <p:cNvSpPr txBox="1"/>
          <p:nvPr/>
        </p:nvSpPr>
        <p:spPr>
          <a:xfrm>
            <a:off x="1560050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grpSp>
        <p:nvGrpSpPr>
          <p:cNvPr id="987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98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98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988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991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992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993" name="0"/>
          <p:cNvSpPr txBox="1"/>
          <p:nvPr/>
        </p:nvSpPr>
        <p:spPr>
          <a:xfrm>
            <a:off x="788250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994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995" name="1"/>
          <p:cNvSpPr txBox="1"/>
          <p:nvPr/>
        </p:nvSpPr>
        <p:spPr>
          <a:xfrm>
            <a:off x="8617550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96" name="2"/>
          <p:cNvSpPr txBox="1"/>
          <p:nvPr/>
        </p:nvSpPr>
        <p:spPr>
          <a:xfrm>
            <a:off x="9352598" y="834977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97" name="3"/>
          <p:cNvSpPr txBox="1"/>
          <p:nvPr/>
        </p:nvSpPr>
        <p:spPr>
          <a:xfrm>
            <a:off x="10087646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98" name="4"/>
          <p:cNvSpPr txBox="1"/>
          <p:nvPr/>
        </p:nvSpPr>
        <p:spPr>
          <a:xfrm>
            <a:off x="10822694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99" name="5"/>
          <p:cNvSpPr txBox="1"/>
          <p:nvPr/>
        </p:nvSpPr>
        <p:spPr>
          <a:xfrm>
            <a:off x="1155774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000" name="6"/>
          <p:cNvSpPr txBox="1"/>
          <p:nvPr/>
        </p:nvSpPr>
        <p:spPr>
          <a:xfrm>
            <a:off x="12292789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001" name="7"/>
          <p:cNvSpPr txBox="1"/>
          <p:nvPr/>
        </p:nvSpPr>
        <p:spPr>
          <a:xfrm>
            <a:off x="1302783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002" name="8"/>
          <p:cNvSpPr txBox="1"/>
          <p:nvPr/>
        </p:nvSpPr>
        <p:spPr>
          <a:xfrm>
            <a:off x="13762883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003" name="9"/>
          <p:cNvSpPr txBox="1"/>
          <p:nvPr/>
        </p:nvSpPr>
        <p:spPr>
          <a:xfrm>
            <a:off x="14497933" y="834978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004" name="a"/>
          <p:cNvSpPr txBox="1"/>
          <p:nvPr/>
        </p:nvSpPr>
        <p:spPr>
          <a:xfrm>
            <a:off x="15232980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005" name="b"/>
          <p:cNvSpPr txBox="1"/>
          <p:nvPr/>
        </p:nvSpPr>
        <p:spPr>
          <a:xfrm>
            <a:off x="1596802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</a:t>
            </a:r>
          </a:p>
        </p:txBody>
      </p:sp>
      <p:grpSp>
        <p:nvGrpSpPr>
          <p:cNvPr id="1008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00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00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009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1012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1013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1014" name="0"/>
          <p:cNvSpPr txBox="1"/>
          <p:nvPr/>
        </p:nvSpPr>
        <p:spPr>
          <a:xfrm>
            <a:off x="751497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015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1016" name="1"/>
          <p:cNvSpPr txBox="1"/>
          <p:nvPr/>
        </p:nvSpPr>
        <p:spPr>
          <a:xfrm>
            <a:off x="8250026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017" name="2"/>
          <p:cNvSpPr txBox="1"/>
          <p:nvPr/>
        </p:nvSpPr>
        <p:spPr>
          <a:xfrm>
            <a:off x="8985074" y="834977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18" name="3"/>
          <p:cNvSpPr txBox="1"/>
          <p:nvPr/>
        </p:nvSpPr>
        <p:spPr>
          <a:xfrm>
            <a:off x="9720122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19" name="4"/>
          <p:cNvSpPr txBox="1"/>
          <p:nvPr/>
        </p:nvSpPr>
        <p:spPr>
          <a:xfrm>
            <a:off x="10455170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020" name="5"/>
          <p:cNvSpPr txBox="1"/>
          <p:nvPr/>
        </p:nvSpPr>
        <p:spPr>
          <a:xfrm>
            <a:off x="1119021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021" name="6"/>
          <p:cNvSpPr txBox="1"/>
          <p:nvPr/>
        </p:nvSpPr>
        <p:spPr>
          <a:xfrm>
            <a:off x="1192526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022" name="7"/>
          <p:cNvSpPr txBox="1"/>
          <p:nvPr/>
        </p:nvSpPr>
        <p:spPr>
          <a:xfrm>
            <a:off x="1266031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023" name="8"/>
          <p:cNvSpPr txBox="1"/>
          <p:nvPr/>
        </p:nvSpPr>
        <p:spPr>
          <a:xfrm>
            <a:off x="13395359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024" name="9"/>
          <p:cNvSpPr txBox="1"/>
          <p:nvPr/>
        </p:nvSpPr>
        <p:spPr>
          <a:xfrm>
            <a:off x="14130408" y="8349780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025" name="a"/>
          <p:cNvSpPr txBox="1"/>
          <p:nvPr/>
        </p:nvSpPr>
        <p:spPr>
          <a:xfrm>
            <a:off x="1486545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026" name="b"/>
          <p:cNvSpPr txBox="1"/>
          <p:nvPr/>
        </p:nvSpPr>
        <p:spPr>
          <a:xfrm>
            <a:off x="1560050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027" name="c"/>
          <p:cNvSpPr txBox="1"/>
          <p:nvPr/>
        </p:nvSpPr>
        <p:spPr>
          <a:xfrm>
            <a:off x="16335550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</a:t>
            </a:r>
          </a:p>
        </p:txBody>
      </p:sp>
      <p:grpSp>
        <p:nvGrpSpPr>
          <p:cNvPr id="1030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02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02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031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1034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1035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1036" name="0"/>
          <p:cNvSpPr txBox="1"/>
          <p:nvPr/>
        </p:nvSpPr>
        <p:spPr>
          <a:xfrm>
            <a:off x="714745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037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1038" name="1"/>
          <p:cNvSpPr txBox="1"/>
          <p:nvPr/>
        </p:nvSpPr>
        <p:spPr>
          <a:xfrm>
            <a:off x="7882504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039" name="2"/>
          <p:cNvSpPr txBox="1"/>
          <p:nvPr/>
        </p:nvSpPr>
        <p:spPr>
          <a:xfrm>
            <a:off x="8617552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40" name="3"/>
          <p:cNvSpPr txBox="1"/>
          <p:nvPr/>
        </p:nvSpPr>
        <p:spPr>
          <a:xfrm>
            <a:off x="9352599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41" name="4"/>
          <p:cNvSpPr txBox="1"/>
          <p:nvPr/>
        </p:nvSpPr>
        <p:spPr>
          <a:xfrm>
            <a:off x="10087647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042" name="5"/>
          <p:cNvSpPr txBox="1"/>
          <p:nvPr/>
        </p:nvSpPr>
        <p:spPr>
          <a:xfrm>
            <a:off x="1082269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043" name="6"/>
          <p:cNvSpPr txBox="1"/>
          <p:nvPr/>
        </p:nvSpPr>
        <p:spPr>
          <a:xfrm>
            <a:off x="1155774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044" name="7"/>
          <p:cNvSpPr txBox="1"/>
          <p:nvPr/>
        </p:nvSpPr>
        <p:spPr>
          <a:xfrm>
            <a:off x="12292790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045" name="8"/>
          <p:cNvSpPr txBox="1"/>
          <p:nvPr/>
        </p:nvSpPr>
        <p:spPr>
          <a:xfrm>
            <a:off x="1302783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046" name="9"/>
          <p:cNvSpPr txBox="1"/>
          <p:nvPr/>
        </p:nvSpPr>
        <p:spPr>
          <a:xfrm>
            <a:off x="13762887" y="834978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047" name="a"/>
          <p:cNvSpPr txBox="1"/>
          <p:nvPr/>
        </p:nvSpPr>
        <p:spPr>
          <a:xfrm>
            <a:off x="1449793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048" name="b"/>
          <p:cNvSpPr txBox="1"/>
          <p:nvPr/>
        </p:nvSpPr>
        <p:spPr>
          <a:xfrm>
            <a:off x="1523298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049" name="c"/>
          <p:cNvSpPr txBox="1"/>
          <p:nvPr/>
        </p:nvSpPr>
        <p:spPr>
          <a:xfrm>
            <a:off x="1596802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050" name="d"/>
          <p:cNvSpPr txBox="1"/>
          <p:nvPr/>
        </p:nvSpPr>
        <p:spPr>
          <a:xfrm>
            <a:off x="1670307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</a:t>
            </a:r>
          </a:p>
        </p:txBody>
      </p:sp>
      <p:grpSp>
        <p:nvGrpSpPr>
          <p:cNvPr id="1053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05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05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054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1057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1058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1059" name="0"/>
          <p:cNvSpPr txBox="1"/>
          <p:nvPr/>
        </p:nvSpPr>
        <p:spPr>
          <a:xfrm>
            <a:off x="6779931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060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1061" name="1"/>
          <p:cNvSpPr txBox="1"/>
          <p:nvPr/>
        </p:nvSpPr>
        <p:spPr>
          <a:xfrm>
            <a:off x="7514979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062" name="2"/>
          <p:cNvSpPr txBox="1"/>
          <p:nvPr/>
        </p:nvSpPr>
        <p:spPr>
          <a:xfrm>
            <a:off x="8250027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63" name="3"/>
          <p:cNvSpPr txBox="1"/>
          <p:nvPr/>
        </p:nvSpPr>
        <p:spPr>
          <a:xfrm>
            <a:off x="8985074" y="834977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64" name="4"/>
          <p:cNvSpPr txBox="1"/>
          <p:nvPr/>
        </p:nvSpPr>
        <p:spPr>
          <a:xfrm>
            <a:off x="9720122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065" name="5"/>
          <p:cNvSpPr txBox="1"/>
          <p:nvPr/>
        </p:nvSpPr>
        <p:spPr>
          <a:xfrm>
            <a:off x="10455170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066" name="6"/>
          <p:cNvSpPr txBox="1"/>
          <p:nvPr/>
        </p:nvSpPr>
        <p:spPr>
          <a:xfrm>
            <a:off x="1119021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067" name="7"/>
          <p:cNvSpPr txBox="1"/>
          <p:nvPr/>
        </p:nvSpPr>
        <p:spPr>
          <a:xfrm>
            <a:off x="11925265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068" name="8"/>
          <p:cNvSpPr txBox="1"/>
          <p:nvPr/>
        </p:nvSpPr>
        <p:spPr>
          <a:xfrm>
            <a:off x="1266031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069" name="9"/>
          <p:cNvSpPr txBox="1"/>
          <p:nvPr/>
        </p:nvSpPr>
        <p:spPr>
          <a:xfrm>
            <a:off x="13395362" y="834978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070" name="a"/>
          <p:cNvSpPr txBox="1"/>
          <p:nvPr/>
        </p:nvSpPr>
        <p:spPr>
          <a:xfrm>
            <a:off x="14130408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071" name="b"/>
          <p:cNvSpPr txBox="1"/>
          <p:nvPr/>
        </p:nvSpPr>
        <p:spPr>
          <a:xfrm>
            <a:off x="14865456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072" name="c"/>
          <p:cNvSpPr txBox="1"/>
          <p:nvPr/>
        </p:nvSpPr>
        <p:spPr>
          <a:xfrm>
            <a:off x="1560050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073" name="d"/>
          <p:cNvSpPr txBox="1"/>
          <p:nvPr/>
        </p:nvSpPr>
        <p:spPr>
          <a:xfrm>
            <a:off x="16335550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1074" name="e"/>
          <p:cNvSpPr txBox="1"/>
          <p:nvPr/>
        </p:nvSpPr>
        <p:spPr>
          <a:xfrm>
            <a:off x="17070601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grpSp>
        <p:nvGrpSpPr>
          <p:cNvPr id="1077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07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07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078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1081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1082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1083" name="0"/>
          <p:cNvSpPr txBox="1"/>
          <p:nvPr/>
        </p:nvSpPr>
        <p:spPr>
          <a:xfrm>
            <a:off x="641240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084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1085" name="1"/>
          <p:cNvSpPr txBox="1"/>
          <p:nvPr/>
        </p:nvSpPr>
        <p:spPr>
          <a:xfrm>
            <a:off x="7147455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086" name="2"/>
          <p:cNvSpPr txBox="1"/>
          <p:nvPr/>
        </p:nvSpPr>
        <p:spPr>
          <a:xfrm>
            <a:off x="7882503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87" name="3"/>
          <p:cNvSpPr txBox="1"/>
          <p:nvPr/>
        </p:nvSpPr>
        <p:spPr>
          <a:xfrm>
            <a:off x="8617550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88" name="4"/>
          <p:cNvSpPr txBox="1"/>
          <p:nvPr/>
        </p:nvSpPr>
        <p:spPr>
          <a:xfrm>
            <a:off x="9352598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089" name="5"/>
          <p:cNvSpPr txBox="1"/>
          <p:nvPr/>
        </p:nvSpPr>
        <p:spPr>
          <a:xfrm>
            <a:off x="1008764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090" name="6"/>
          <p:cNvSpPr txBox="1"/>
          <p:nvPr/>
        </p:nvSpPr>
        <p:spPr>
          <a:xfrm>
            <a:off x="10822694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091" name="7"/>
          <p:cNvSpPr txBox="1"/>
          <p:nvPr/>
        </p:nvSpPr>
        <p:spPr>
          <a:xfrm>
            <a:off x="1155774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092" name="8"/>
          <p:cNvSpPr txBox="1"/>
          <p:nvPr/>
        </p:nvSpPr>
        <p:spPr>
          <a:xfrm>
            <a:off x="1229278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093" name="9"/>
          <p:cNvSpPr txBox="1"/>
          <p:nvPr/>
        </p:nvSpPr>
        <p:spPr>
          <a:xfrm>
            <a:off x="13027837" y="834978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094" name="a"/>
          <p:cNvSpPr txBox="1"/>
          <p:nvPr/>
        </p:nvSpPr>
        <p:spPr>
          <a:xfrm>
            <a:off x="13762883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095" name="b"/>
          <p:cNvSpPr txBox="1"/>
          <p:nvPr/>
        </p:nvSpPr>
        <p:spPr>
          <a:xfrm>
            <a:off x="1449793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096" name="c"/>
          <p:cNvSpPr txBox="1"/>
          <p:nvPr/>
        </p:nvSpPr>
        <p:spPr>
          <a:xfrm>
            <a:off x="1523297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097" name="d"/>
          <p:cNvSpPr txBox="1"/>
          <p:nvPr/>
        </p:nvSpPr>
        <p:spPr>
          <a:xfrm>
            <a:off x="1596802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1098" name="e"/>
          <p:cNvSpPr txBox="1"/>
          <p:nvPr/>
        </p:nvSpPr>
        <p:spPr>
          <a:xfrm>
            <a:off x="1670307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1099" name="f"/>
          <p:cNvSpPr txBox="1"/>
          <p:nvPr/>
        </p:nvSpPr>
        <p:spPr>
          <a:xfrm>
            <a:off x="1743812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</a:t>
            </a:r>
          </a:p>
        </p:txBody>
      </p:sp>
      <p:grpSp>
        <p:nvGrpSpPr>
          <p:cNvPr id="110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10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10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103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1106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1107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1108" name="0"/>
          <p:cNvSpPr txBox="1"/>
          <p:nvPr/>
        </p:nvSpPr>
        <p:spPr>
          <a:xfrm>
            <a:off x="641240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109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1110" name="1"/>
          <p:cNvSpPr txBox="1"/>
          <p:nvPr/>
        </p:nvSpPr>
        <p:spPr>
          <a:xfrm>
            <a:off x="7147455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11" name="2"/>
          <p:cNvSpPr txBox="1"/>
          <p:nvPr/>
        </p:nvSpPr>
        <p:spPr>
          <a:xfrm>
            <a:off x="7882503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12" name="3"/>
          <p:cNvSpPr txBox="1"/>
          <p:nvPr/>
        </p:nvSpPr>
        <p:spPr>
          <a:xfrm>
            <a:off x="8617550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13" name="4"/>
          <p:cNvSpPr txBox="1"/>
          <p:nvPr/>
        </p:nvSpPr>
        <p:spPr>
          <a:xfrm>
            <a:off x="9352598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114" name="5"/>
          <p:cNvSpPr txBox="1"/>
          <p:nvPr/>
        </p:nvSpPr>
        <p:spPr>
          <a:xfrm>
            <a:off x="1008764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15" name="6"/>
          <p:cNvSpPr txBox="1"/>
          <p:nvPr/>
        </p:nvSpPr>
        <p:spPr>
          <a:xfrm>
            <a:off x="10822694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116" name="7"/>
          <p:cNvSpPr txBox="1"/>
          <p:nvPr/>
        </p:nvSpPr>
        <p:spPr>
          <a:xfrm>
            <a:off x="1155774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117" name="8"/>
          <p:cNvSpPr txBox="1"/>
          <p:nvPr/>
        </p:nvSpPr>
        <p:spPr>
          <a:xfrm>
            <a:off x="1229278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118" name="9"/>
          <p:cNvSpPr txBox="1"/>
          <p:nvPr/>
        </p:nvSpPr>
        <p:spPr>
          <a:xfrm>
            <a:off x="13027837" y="834978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119" name="a"/>
          <p:cNvSpPr txBox="1"/>
          <p:nvPr/>
        </p:nvSpPr>
        <p:spPr>
          <a:xfrm>
            <a:off x="13762883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120" name="b"/>
          <p:cNvSpPr txBox="1"/>
          <p:nvPr/>
        </p:nvSpPr>
        <p:spPr>
          <a:xfrm>
            <a:off x="1449793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121" name="c"/>
          <p:cNvSpPr txBox="1"/>
          <p:nvPr/>
        </p:nvSpPr>
        <p:spPr>
          <a:xfrm>
            <a:off x="1523297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122" name="d"/>
          <p:cNvSpPr txBox="1"/>
          <p:nvPr/>
        </p:nvSpPr>
        <p:spPr>
          <a:xfrm>
            <a:off x="1596802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1123" name="e"/>
          <p:cNvSpPr txBox="1"/>
          <p:nvPr/>
        </p:nvSpPr>
        <p:spPr>
          <a:xfrm>
            <a:off x="1670307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1124" name="f"/>
          <p:cNvSpPr txBox="1"/>
          <p:nvPr/>
        </p:nvSpPr>
        <p:spPr>
          <a:xfrm>
            <a:off x="1743812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1125" name="10"/>
          <p:cNvSpPr txBox="1"/>
          <p:nvPr/>
        </p:nvSpPr>
        <p:spPr>
          <a:xfrm>
            <a:off x="11715681" y="9444220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grpSp>
        <p:nvGrpSpPr>
          <p:cNvPr id="1128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12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12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129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300">
        <p:fade/>
      </p:transition>
    </mc:Choice>
    <mc:Fallback>
      <p:transition spd="fast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1132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1133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1134" name="0"/>
          <p:cNvSpPr txBox="1"/>
          <p:nvPr/>
        </p:nvSpPr>
        <p:spPr>
          <a:xfrm>
            <a:off x="641240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135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1136" name="1"/>
          <p:cNvSpPr txBox="1"/>
          <p:nvPr/>
        </p:nvSpPr>
        <p:spPr>
          <a:xfrm>
            <a:off x="7147455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37" name="2"/>
          <p:cNvSpPr txBox="1"/>
          <p:nvPr/>
        </p:nvSpPr>
        <p:spPr>
          <a:xfrm>
            <a:off x="7882503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38" name="3"/>
          <p:cNvSpPr txBox="1"/>
          <p:nvPr/>
        </p:nvSpPr>
        <p:spPr>
          <a:xfrm>
            <a:off x="8617550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39" name="4"/>
          <p:cNvSpPr txBox="1"/>
          <p:nvPr/>
        </p:nvSpPr>
        <p:spPr>
          <a:xfrm>
            <a:off x="9352598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140" name="5"/>
          <p:cNvSpPr txBox="1"/>
          <p:nvPr/>
        </p:nvSpPr>
        <p:spPr>
          <a:xfrm>
            <a:off x="1008764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41" name="6"/>
          <p:cNvSpPr txBox="1"/>
          <p:nvPr/>
        </p:nvSpPr>
        <p:spPr>
          <a:xfrm>
            <a:off x="10822694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142" name="7"/>
          <p:cNvSpPr txBox="1"/>
          <p:nvPr/>
        </p:nvSpPr>
        <p:spPr>
          <a:xfrm>
            <a:off x="1155774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143" name="8"/>
          <p:cNvSpPr txBox="1"/>
          <p:nvPr/>
        </p:nvSpPr>
        <p:spPr>
          <a:xfrm>
            <a:off x="1229278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144" name="9"/>
          <p:cNvSpPr txBox="1"/>
          <p:nvPr/>
        </p:nvSpPr>
        <p:spPr>
          <a:xfrm>
            <a:off x="13027837" y="834978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145" name="a"/>
          <p:cNvSpPr txBox="1"/>
          <p:nvPr/>
        </p:nvSpPr>
        <p:spPr>
          <a:xfrm>
            <a:off x="13762883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146" name="b"/>
          <p:cNvSpPr txBox="1"/>
          <p:nvPr/>
        </p:nvSpPr>
        <p:spPr>
          <a:xfrm>
            <a:off x="1449793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147" name="c"/>
          <p:cNvSpPr txBox="1"/>
          <p:nvPr/>
        </p:nvSpPr>
        <p:spPr>
          <a:xfrm>
            <a:off x="1523297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148" name="d"/>
          <p:cNvSpPr txBox="1"/>
          <p:nvPr/>
        </p:nvSpPr>
        <p:spPr>
          <a:xfrm>
            <a:off x="1596802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1149" name="e"/>
          <p:cNvSpPr txBox="1"/>
          <p:nvPr/>
        </p:nvSpPr>
        <p:spPr>
          <a:xfrm>
            <a:off x="1670307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1150" name="f"/>
          <p:cNvSpPr txBox="1"/>
          <p:nvPr/>
        </p:nvSpPr>
        <p:spPr>
          <a:xfrm>
            <a:off x="1743812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1151" name="10"/>
          <p:cNvSpPr txBox="1"/>
          <p:nvPr/>
        </p:nvSpPr>
        <p:spPr>
          <a:xfrm>
            <a:off x="11111892" y="944422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152" name="11"/>
          <p:cNvSpPr txBox="1"/>
          <p:nvPr/>
        </p:nvSpPr>
        <p:spPr>
          <a:xfrm>
            <a:off x="12319471" y="944422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grpSp>
        <p:nvGrpSpPr>
          <p:cNvPr id="1155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15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15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156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1159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1160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1161" name="0"/>
          <p:cNvSpPr txBox="1"/>
          <p:nvPr/>
        </p:nvSpPr>
        <p:spPr>
          <a:xfrm>
            <a:off x="641240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162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1163" name="1"/>
          <p:cNvSpPr txBox="1"/>
          <p:nvPr/>
        </p:nvSpPr>
        <p:spPr>
          <a:xfrm>
            <a:off x="7147455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64" name="2"/>
          <p:cNvSpPr txBox="1"/>
          <p:nvPr/>
        </p:nvSpPr>
        <p:spPr>
          <a:xfrm>
            <a:off x="7882503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65" name="3"/>
          <p:cNvSpPr txBox="1"/>
          <p:nvPr/>
        </p:nvSpPr>
        <p:spPr>
          <a:xfrm>
            <a:off x="8617550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66" name="4"/>
          <p:cNvSpPr txBox="1"/>
          <p:nvPr/>
        </p:nvSpPr>
        <p:spPr>
          <a:xfrm>
            <a:off x="9352598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167" name="5"/>
          <p:cNvSpPr txBox="1"/>
          <p:nvPr/>
        </p:nvSpPr>
        <p:spPr>
          <a:xfrm>
            <a:off x="1008764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68" name="6"/>
          <p:cNvSpPr txBox="1"/>
          <p:nvPr/>
        </p:nvSpPr>
        <p:spPr>
          <a:xfrm>
            <a:off x="10822694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169" name="7"/>
          <p:cNvSpPr txBox="1"/>
          <p:nvPr/>
        </p:nvSpPr>
        <p:spPr>
          <a:xfrm>
            <a:off x="1155774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170" name="8"/>
          <p:cNvSpPr txBox="1"/>
          <p:nvPr/>
        </p:nvSpPr>
        <p:spPr>
          <a:xfrm>
            <a:off x="1229278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171" name="9"/>
          <p:cNvSpPr txBox="1"/>
          <p:nvPr/>
        </p:nvSpPr>
        <p:spPr>
          <a:xfrm>
            <a:off x="13027837" y="834978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172" name="a"/>
          <p:cNvSpPr txBox="1"/>
          <p:nvPr/>
        </p:nvSpPr>
        <p:spPr>
          <a:xfrm>
            <a:off x="13762883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173" name="b"/>
          <p:cNvSpPr txBox="1"/>
          <p:nvPr/>
        </p:nvSpPr>
        <p:spPr>
          <a:xfrm>
            <a:off x="1449793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174" name="c"/>
          <p:cNvSpPr txBox="1"/>
          <p:nvPr/>
        </p:nvSpPr>
        <p:spPr>
          <a:xfrm>
            <a:off x="1523297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175" name="d"/>
          <p:cNvSpPr txBox="1"/>
          <p:nvPr/>
        </p:nvSpPr>
        <p:spPr>
          <a:xfrm>
            <a:off x="1596802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1176" name="e"/>
          <p:cNvSpPr txBox="1"/>
          <p:nvPr/>
        </p:nvSpPr>
        <p:spPr>
          <a:xfrm>
            <a:off x="1670307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1177" name="f"/>
          <p:cNvSpPr txBox="1"/>
          <p:nvPr/>
        </p:nvSpPr>
        <p:spPr>
          <a:xfrm>
            <a:off x="1743812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1178" name="10"/>
          <p:cNvSpPr txBox="1"/>
          <p:nvPr/>
        </p:nvSpPr>
        <p:spPr>
          <a:xfrm>
            <a:off x="10218689" y="944422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179" name="11"/>
          <p:cNvSpPr txBox="1"/>
          <p:nvPr/>
        </p:nvSpPr>
        <p:spPr>
          <a:xfrm>
            <a:off x="11426268" y="944422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180" name="…"/>
          <p:cNvSpPr txBox="1"/>
          <p:nvPr/>
        </p:nvSpPr>
        <p:spPr>
          <a:xfrm>
            <a:off x="12633847" y="944422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1181" name="1f"/>
          <p:cNvSpPr txBox="1"/>
          <p:nvPr/>
        </p:nvSpPr>
        <p:spPr>
          <a:xfrm>
            <a:off x="13212674" y="944422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1f</a:t>
            </a:r>
          </a:p>
        </p:txBody>
      </p:sp>
      <p:grpSp>
        <p:nvGrpSpPr>
          <p:cNvPr id="1184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182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183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185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1188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1189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1190" name="0"/>
          <p:cNvSpPr txBox="1"/>
          <p:nvPr/>
        </p:nvSpPr>
        <p:spPr>
          <a:xfrm>
            <a:off x="641240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191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1192" name="1"/>
          <p:cNvSpPr txBox="1"/>
          <p:nvPr/>
        </p:nvSpPr>
        <p:spPr>
          <a:xfrm>
            <a:off x="7147455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93" name="2"/>
          <p:cNvSpPr txBox="1"/>
          <p:nvPr/>
        </p:nvSpPr>
        <p:spPr>
          <a:xfrm>
            <a:off x="7882503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94" name="3"/>
          <p:cNvSpPr txBox="1"/>
          <p:nvPr/>
        </p:nvSpPr>
        <p:spPr>
          <a:xfrm>
            <a:off x="8617550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95" name="4"/>
          <p:cNvSpPr txBox="1"/>
          <p:nvPr/>
        </p:nvSpPr>
        <p:spPr>
          <a:xfrm>
            <a:off x="9352598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196" name="5"/>
          <p:cNvSpPr txBox="1"/>
          <p:nvPr/>
        </p:nvSpPr>
        <p:spPr>
          <a:xfrm>
            <a:off x="1008764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97" name="6"/>
          <p:cNvSpPr txBox="1"/>
          <p:nvPr/>
        </p:nvSpPr>
        <p:spPr>
          <a:xfrm>
            <a:off x="10822694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198" name="7"/>
          <p:cNvSpPr txBox="1"/>
          <p:nvPr/>
        </p:nvSpPr>
        <p:spPr>
          <a:xfrm>
            <a:off x="1155774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199" name="8"/>
          <p:cNvSpPr txBox="1"/>
          <p:nvPr/>
        </p:nvSpPr>
        <p:spPr>
          <a:xfrm>
            <a:off x="1229278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200" name="9"/>
          <p:cNvSpPr txBox="1"/>
          <p:nvPr/>
        </p:nvSpPr>
        <p:spPr>
          <a:xfrm>
            <a:off x="13027837" y="834978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201" name="a"/>
          <p:cNvSpPr txBox="1"/>
          <p:nvPr/>
        </p:nvSpPr>
        <p:spPr>
          <a:xfrm>
            <a:off x="13762883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202" name="b"/>
          <p:cNvSpPr txBox="1"/>
          <p:nvPr/>
        </p:nvSpPr>
        <p:spPr>
          <a:xfrm>
            <a:off x="1449793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203" name="c"/>
          <p:cNvSpPr txBox="1"/>
          <p:nvPr/>
        </p:nvSpPr>
        <p:spPr>
          <a:xfrm>
            <a:off x="1523297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204" name="d"/>
          <p:cNvSpPr txBox="1"/>
          <p:nvPr/>
        </p:nvSpPr>
        <p:spPr>
          <a:xfrm>
            <a:off x="1596802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1205" name="e"/>
          <p:cNvSpPr txBox="1"/>
          <p:nvPr/>
        </p:nvSpPr>
        <p:spPr>
          <a:xfrm>
            <a:off x="1670307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1206" name="f"/>
          <p:cNvSpPr txBox="1"/>
          <p:nvPr/>
        </p:nvSpPr>
        <p:spPr>
          <a:xfrm>
            <a:off x="1743812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1207" name="10"/>
          <p:cNvSpPr txBox="1"/>
          <p:nvPr/>
        </p:nvSpPr>
        <p:spPr>
          <a:xfrm>
            <a:off x="10113897" y="944422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208" name="11"/>
          <p:cNvSpPr txBox="1"/>
          <p:nvPr/>
        </p:nvSpPr>
        <p:spPr>
          <a:xfrm>
            <a:off x="11321476" y="944422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209" name="…"/>
          <p:cNvSpPr txBox="1"/>
          <p:nvPr/>
        </p:nvSpPr>
        <p:spPr>
          <a:xfrm>
            <a:off x="12529055" y="944422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1210" name="1f"/>
          <p:cNvSpPr txBox="1"/>
          <p:nvPr/>
        </p:nvSpPr>
        <p:spPr>
          <a:xfrm>
            <a:off x="13317466" y="944422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1f</a:t>
            </a:r>
          </a:p>
        </p:txBody>
      </p:sp>
      <p:sp>
        <p:nvSpPr>
          <p:cNvPr id="1211" name="20"/>
          <p:cNvSpPr txBox="1"/>
          <p:nvPr/>
        </p:nvSpPr>
        <p:spPr>
          <a:xfrm>
            <a:off x="11715681" y="10538660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20</a:t>
            </a:r>
          </a:p>
        </p:txBody>
      </p:sp>
      <p:grpSp>
        <p:nvGrpSpPr>
          <p:cNvPr id="1214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212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213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215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300">
        <p:fade/>
      </p:transition>
    </mc:Choice>
    <mc:Fallback>
      <p:transition spd="fast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1218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1219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1220" name="0"/>
          <p:cNvSpPr txBox="1"/>
          <p:nvPr/>
        </p:nvSpPr>
        <p:spPr>
          <a:xfrm>
            <a:off x="641240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221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1222" name="1"/>
          <p:cNvSpPr txBox="1"/>
          <p:nvPr/>
        </p:nvSpPr>
        <p:spPr>
          <a:xfrm>
            <a:off x="7147455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23" name="2"/>
          <p:cNvSpPr txBox="1"/>
          <p:nvPr/>
        </p:nvSpPr>
        <p:spPr>
          <a:xfrm>
            <a:off x="7882503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24" name="3"/>
          <p:cNvSpPr txBox="1"/>
          <p:nvPr/>
        </p:nvSpPr>
        <p:spPr>
          <a:xfrm>
            <a:off x="8617550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225" name="4"/>
          <p:cNvSpPr txBox="1"/>
          <p:nvPr/>
        </p:nvSpPr>
        <p:spPr>
          <a:xfrm>
            <a:off x="9352598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226" name="5"/>
          <p:cNvSpPr txBox="1"/>
          <p:nvPr/>
        </p:nvSpPr>
        <p:spPr>
          <a:xfrm>
            <a:off x="1008764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227" name="6"/>
          <p:cNvSpPr txBox="1"/>
          <p:nvPr/>
        </p:nvSpPr>
        <p:spPr>
          <a:xfrm>
            <a:off x="10822694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228" name="7"/>
          <p:cNvSpPr txBox="1"/>
          <p:nvPr/>
        </p:nvSpPr>
        <p:spPr>
          <a:xfrm>
            <a:off x="1155774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229" name="8"/>
          <p:cNvSpPr txBox="1"/>
          <p:nvPr/>
        </p:nvSpPr>
        <p:spPr>
          <a:xfrm>
            <a:off x="1229278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230" name="9"/>
          <p:cNvSpPr txBox="1"/>
          <p:nvPr/>
        </p:nvSpPr>
        <p:spPr>
          <a:xfrm>
            <a:off x="13027837" y="834978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231" name="a"/>
          <p:cNvSpPr txBox="1"/>
          <p:nvPr/>
        </p:nvSpPr>
        <p:spPr>
          <a:xfrm>
            <a:off x="13762883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232" name="b"/>
          <p:cNvSpPr txBox="1"/>
          <p:nvPr/>
        </p:nvSpPr>
        <p:spPr>
          <a:xfrm>
            <a:off x="1449793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233" name="c"/>
          <p:cNvSpPr txBox="1"/>
          <p:nvPr/>
        </p:nvSpPr>
        <p:spPr>
          <a:xfrm>
            <a:off x="1523297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234" name="d"/>
          <p:cNvSpPr txBox="1"/>
          <p:nvPr/>
        </p:nvSpPr>
        <p:spPr>
          <a:xfrm>
            <a:off x="1596802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1235" name="e"/>
          <p:cNvSpPr txBox="1"/>
          <p:nvPr/>
        </p:nvSpPr>
        <p:spPr>
          <a:xfrm>
            <a:off x="1670307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1236" name="f"/>
          <p:cNvSpPr txBox="1"/>
          <p:nvPr/>
        </p:nvSpPr>
        <p:spPr>
          <a:xfrm>
            <a:off x="1743812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1237" name="10"/>
          <p:cNvSpPr txBox="1"/>
          <p:nvPr/>
        </p:nvSpPr>
        <p:spPr>
          <a:xfrm>
            <a:off x="10113897" y="944422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238" name="11"/>
          <p:cNvSpPr txBox="1"/>
          <p:nvPr/>
        </p:nvSpPr>
        <p:spPr>
          <a:xfrm>
            <a:off x="11321476" y="944422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239" name="…"/>
          <p:cNvSpPr txBox="1"/>
          <p:nvPr/>
        </p:nvSpPr>
        <p:spPr>
          <a:xfrm>
            <a:off x="12529055" y="944422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1240" name="1f"/>
          <p:cNvSpPr txBox="1"/>
          <p:nvPr/>
        </p:nvSpPr>
        <p:spPr>
          <a:xfrm>
            <a:off x="13317466" y="944422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1f</a:t>
            </a:r>
          </a:p>
        </p:txBody>
      </p:sp>
      <p:sp>
        <p:nvSpPr>
          <p:cNvPr id="1241" name="20"/>
          <p:cNvSpPr txBox="1"/>
          <p:nvPr/>
        </p:nvSpPr>
        <p:spPr>
          <a:xfrm>
            <a:off x="10166616" y="1053866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1242" name="…"/>
          <p:cNvSpPr txBox="1"/>
          <p:nvPr/>
        </p:nvSpPr>
        <p:spPr>
          <a:xfrm>
            <a:off x="11478772" y="10538662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1243" name="…"/>
          <p:cNvSpPr txBox="1"/>
          <p:nvPr/>
        </p:nvSpPr>
        <p:spPr>
          <a:xfrm>
            <a:off x="12371759" y="10538662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1244" name="ff"/>
          <p:cNvSpPr txBox="1"/>
          <p:nvPr/>
        </p:nvSpPr>
        <p:spPr>
          <a:xfrm>
            <a:off x="13264746" y="1053866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ff</a:t>
            </a:r>
          </a:p>
        </p:txBody>
      </p:sp>
      <p:grpSp>
        <p:nvGrpSpPr>
          <p:cNvPr id="1247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24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24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248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基本数字"/>
          <p:cNvSpPr txBox="1"/>
          <p:nvPr/>
        </p:nvSpPr>
        <p:spPr>
          <a:xfrm>
            <a:off x="10864850" y="3586365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基本数字</a:t>
            </a:r>
          </a:p>
        </p:txBody>
      </p:sp>
      <p:sp>
        <p:nvSpPr>
          <p:cNvPr id="1251" name="0 1 2 3 4 5 6 7 8 9"/>
          <p:cNvSpPr txBox="1"/>
          <p:nvPr/>
        </p:nvSpPr>
        <p:spPr>
          <a:xfrm>
            <a:off x="3537504" y="5199568"/>
            <a:ext cx="10592483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　1　2　3　4　5　6　7　8　9</a:t>
            </a:r>
          </a:p>
        </p:txBody>
      </p:sp>
      <p:sp>
        <p:nvSpPr>
          <p:cNvPr id="1252" name="数数进位"/>
          <p:cNvSpPr txBox="1"/>
          <p:nvPr/>
        </p:nvSpPr>
        <p:spPr>
          <a:xfrm>
            <a:off x="10864850" y="6736574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数数进位</a:t>
            </a:r>
          </a:p>
        </p:txBody>
      </p:sp>
      <p:sp>
        <p:nvSpPr>
          <p:cNvPr id="1253" name="0"/>
          <p:cNvSpPr txBox="1"/>
          <p:nvPr/>
        </p:nvSpPr>
        <p:spPr>
          <a:xfrm>
            <a:off x="6412407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254" name="a b c d e f"/>
          <p:cNvSpPr txBox="1"/>
          <p:nvPr/>
        </p:nvSpPr>
        <p:spPr>
          <a:xfrm>
            <a:off x="14724685" y="5199568"/>
            <a:ext cx="612181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　b　c　d　e　f</a:t>
            </a:r>
          </a:p>
        </p:txBody>
      </p:sp>
      <p:sp>
        <p:nvSpPr>
          <p:cNvPr id="1255" name="1"/>
          <p:cNvSpPr txBox="1"/>
          <p:nvPr/>
        </p:nvSpPr>
        <p:spPr>
          <a:xfrm>
            <a:off x="7147455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56" name="2"/>
          <p:cNvSpPr txBox="1"/>
          <p:nvPr/>
        </p:nvSpPr>
        <p:spPr>
          <a:xfrm>
            <a:off x="7882503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57" name="3"/>
          <p:cNvSpPr txBox="1"/>
          <p:nvPr/>
        </p:nvSpPr>
        <p:spPr>
          <a:xfrm>
            <a:off x="8617550" y="834977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258" name="4"/>
          <p:cNvSpPr txBox="1"/>
          <p:nvPr/>
        </p:nvSpPr>
        <p:spPr>
          <a:xfrm>
            <a:off x="9352598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259" name="5"/>
          <p:cNvSpPr txBox="1"/>
          <p:nvPr/>
        </p:nvSpPr>
        <p:spPr>
          <a:xfrm>
            <a:off x="1008764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260" name="6"/>
          <p:cNvSpPr txBox="1"/>
          <p:nvPr/>
        </p:nvSpPr>
        <p:spPr>
          <a:xfrm>
            <a:off x="10822694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261" name="7"/>
          <p:cNvSpPr txBox="1"/>
          <p:nvPr/>
        </p:nvSpPr>
        <p:spPr>
          <a:xfrm>
            <a:off x="11557741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262" name="8"/>
          <p:cNvSpPr txBox="1"/>
          <p:nvPr/>
        </p:nvSpPr>
        <p:spPr>
          <a:xfrm>
            <a:off x="1229278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263" name="9"/>
          <p:cNvSpPr txBox="1"/>
          <p:nvPr/>
        </p:nvSpPr>
        <p:spPr>
          <a:xfrm>
            <a:off x="13027837" y="834978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264" name="a"/>
          <p:cNvSpPr txBox="1"/>
          <p:nvPr/>
        </p:nvSpPr>
        <p:spPr>
          <a:xfrm>
            <a:off x="13762883" y="8349778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265" name="b"/>
          <p:cNvSpPr txBox="1"/>
          <p:nvPr/>
        </p:nvSpPr>
        <p:spPr>
          <a:xfrm>
            <a:off x="14497932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266" name="c"/>
          <p:cNvSpPr txBox="1"/>
          <p:nvPr/>
        </p:nvSpPr>
        <p:spPr>
          <a:xfrm>
            <a:off x="15232978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267" name="d"/>
          <p:cNvSpPr txBox="1"/>
          <p:nvPr/>
        </p:nvSpPr>
        <p:spPr>
          <a:xfrm>
            <a:off x="15968025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1268" name="e"/>
          <p:cNvSpPr txBox="1"/>
          <p:nvPr/>
        </p:nvSpPr>
        <p:spPr>
          <a:xfrm>
            <a:off x="16703076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1269" name="f"/>
          <p:cNvSpPr txBox="1"/>
          <p:nvPr/>
        </p:nvSpPr>
        <p:spPr>
          <a:xfrm>
            <a:off x="17438123" y="8349778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1270" name="10"/>
          <p:cNvSpPr txBox="1"/>
          <p:nvPr/>
        </p:nvSpPr>
        <p:spPr>
          <a:xfrm>
            <a:off x="10113897" y="944422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271" name="11"/>
          <p:cNvSpPr txBox="1"/>
          <p:nvPr/>
        </p:nvSpPr>
        <p:spPr>
          <a:xfrm>
            <a:off x="11321476" y="944422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272" name="…"/>
          <p:cNvSpPr txBox="1"/>
          <p:nvPr/>
        </p:nvSpPr>
        <p:spPr>
          <a:xfrm>
            <a:off x="12529055" y="944422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1273" name="1f"/>
          <p:cNvSpPr txBox="1"/>
          <p:nvPr/>
        </p:nvSpPr>
        <p:spPr>
          <a:xfrm>
            <a:off x="13317466" y="944422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1f</a:t>
            </a:r>
          </a:p>
        </p:txBody>
      </p:sp>
      <p:sp>
        <p:nvSpPr>
          <p:cNvPr id="1274" name="20"/>
          <p:cNvSpPr txBox="1"/>
          <p:nvPr/>
        </p:nvSpPr>
        <p:spPr>
          <a:xfrm>
            <a:off x="10166616" y="1053866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1275" name="…"/>
          <p:cNvSpPr txBox="1"/>
          <p:nvPr/>
        </p:nvSpPr>
        <p:spPr>
          <a:xfrm>
            <a:off x="11478772" y="10538662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1276" name="…"/>
          <p:cNvSpPr txBox="1"/>
          <p:nvPr/>
        </p:nvSpPr>
        <p:spPr>
          <a:xfrm>
            <a:off x="12371759" y="10538662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1277" name="ff"/>
          <p:cNvSpPr txBox="1"/>
          <p:nvPr/>
        </p:nvSpPr>
        <p:spPr>
          <a:xfrm>
            <a:off x="13264746" y="10538662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ff</a:t>
            </a:r>
          </a:p>
        </p:txBody>
      </p:sp>
      <p:sp>
        <p:nvSpPr>
          <p:cNvPr id="1278" name="100"/>
          <p:cNvSpPr txBox="1"/>
          <p:nvPr/>
        </p:nvSpPr>
        <p:spPr>
          <a:xfrm>
            <a:off x="11506097" y="11633103"/>
            <a:ext cx="137180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100</a:t>
            </a:r>
          </a:p>
        </p:txBody>
      </p:sp>
      <p:grpSp>
        <p:nvGrpSpPr>
          <p:cNvPr id="1281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279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280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282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300">
        <p:fade/>
      </p:transition>
    </mc:Choice>
    <mc:Fallback>
      <p:transition spd="fast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十进制："/>
          <p:cNvSpPr txBox="1"/>
          <p:nvPr/>
        </p:nvSpPr>
        <p:spPr>
          <a:xfrm>
            <a:off x="6318205" y="3770127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十进制：</a:t>
            </a:r>
          </a:p>
        </p:txBody>
      </p:sp>
      <p:sp>
        <p:nvSpPr>
          <p:cNvPr id="1285" name="0 1 2 3 4 5 6 7 8 9"/>
          <p:cNvSpPr txBox="1"/>
          <p:nvPr/>
        </p:nvSpPr>
        <p:spPr>
          <a:xfrm>
            <a:off x="9390403" y="3770127"/>
            <a:ext cx="6005414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0 1 2 3 4 5 6 7 8 9 </a:t>
            </a:r>
          </a:p>
        </p:txBody>
      </p:sp>
      <p:sp>
        <p:nvSpPr>
          <p:cNvPr id="1286" name="二进制："/>
          <p:cNvSpPr txBox="1"/>
          <p:nvPr/>
        </p:nvSpPr>
        <p:spPr>
          <a:xfrm>
            <a:off x="6318205" y="5502742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二进制：</a:t>
            </a:r>
          </a:p>
        </p:txBody>
      </p:sp>
      <p:sp>
        <p:nvSpPr>
          <p:cNvPr id="1287" name="0 1"/>
          <p:cNvSpPr txBox="1"/>
          <p:nvPr/>
        </p:nvSpPr>
        <p:spPr>
          <a:xfrm>
            <a:off x="9390403" y="5502742"/>
            <a:ext cx="122555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0 1 </a:t>
            </a:r>
          </a:p>
        </p:txBody>
      </p:sp>
      <p:sp>
        <p:nvSpPr>
          <p:cNvPr id="1288" name="八进制："/>
          <p:cNvSpPr txBox="1"/>
          <p:nvPr/>
        </p:nvSpPr>
        <p:spPr>
          <a:xfrm>
            <a:off x="6318205" y="7235357"/>
            <a:ext cx="265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八进制：</a:t>
            </a:r>
          </a:p>
        </p:txBody>
      </p:sp>
      <p:sp>
        <p:nvSpPr>
          <p:cNvPr id="1289" name="0 1 2 3 4 5 6 7"/>
          <p:cNvSpPr txBox="1"/>
          <p:nvPr/>
        </p:nvSpPr>
        <p:spPr>
          <a:xfrm>
            <a:off x="9390403" y="7235357"/>
            <a:ext cx="4799907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0 1 2 3 4 5 6 7 </a:t>
            </a:r>
          </a:p>
        </p:txBody>
      </p:sp>
      <p:sp>
        <p:nvSpPr>
          <p:cNvPr id="1290" name="十六进制："/>
          <p:cNvSpPr txBox="1"/>
          <p:nvPr/>
        </p:nvSpPr>
        <p:spPr>
          <a:xfrm>
            <a:off x="5619705" y="8967972"/>
            <a:ext cx="3289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十六进制：</a:t>
            </a:r>
          </a:p>
        </p:txBody>
      </p:sp>
      <p:sp>
        <p:nvSpPr>
          <p:cNvPr id="1291" name="0 1 2 3 4 5 6 7 8 9 a b c d e f"/>
          <p:cNvSpPr txBox="1"/>
          <p:nvPr/>
        </p:nvSpPr>
        <p:spPr>
          <a:xfrm>
            <a:off x="9390403" y="8967972"/>
            <a:ext cx="937389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0 1 2 3 4 5 6 7 8 9 a b c d e f </a:t>
            </a:r>
          </a:p>
        </p:txBody>
      </p:sp>
      <p:grpSp>
        <p:nvGrpSpPr>
          <p:cNvPr id="1294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292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293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295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各进制数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300">
        <p159:morph option="byObject"/>
      </p:transition>
    </mc:Choice>
    <mc:Fallback>
      <p:transition spd="fast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各进制转十进制"/>
          <p:cNvSpPr txBox="1"/>
          <p:nvPr/>
        </p:nvSpPr>
        <p:spPr>
          <a:xfrm>
            <a:off x="9023350" y="6191250"/>
            <a:ext cx="6337301" cy="1333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/>
            </a:lvl1pPr>
          </a:lstStyle>
          <a:p>
            <a:pPr/>
            <a:r>
              <a:t>各进制转十进制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二进制转十进制"/>
          <p:cNvSpPr txBox="1"/>
          <p:nvPr/>
        </p:nvSpPr>
        <p:spPr>
          <a:xfrm>
            <a:off x="9912350" y="3170084"/>
            <a:ext cx="4559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二进制转十进制</a:t>
            </a:r>
          </a:p>
        </p:txBody>
      </p:sp>
      <p:grpSp>
        <p:nvGrpSpPr>
          <p:cNvPr id="130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30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30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303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0"/>
          <p:cNvSpPr txBox="1"/>
          <p:nvPr/>
        </p:nvSpPr>
        <p:spPr>
          <a:xfrm>
            <a:off x="11184047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306" name="0"/>
          <p:cNvSpPr txBox="1"/>
          <p:nvPr/>
        </p:nvSpPr>
        <p:spPr>
          <a:xfrm>
            <a:off x="13407702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307" name="1"/>
          <p:cNvSpPr txBox="1"/>
          <p:nvPr/>
        </p:nvSpPr>
        <p:spPr>
          <a:xfrm>
            <a:off x="14148919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08" name="1"/>
          <p:cNvSpPr txBox="1"/>
          <p:nvPr/>
        </p:nvSpPr>
        <p:spPr>
          <a:xfrm>
            <a:off x="9701611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09" name="1"/>
          <p:cNvSpPr txBox="1"/>
          <p:nvPr/>
        </p:nvSpPr>
        <p:spPr>
          <a:xfrm>
            <a:off x="10442830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10" name="1"/>
          <p:cNvSpPr txBox="1"/>
          <p:nvPr/>
        </p:nvSpPr>
        <p:spPr>
          <a:xfrm>
            <a:off x="11925265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11" name="0"/>
          <p:cNvSpPr txBox="1"/>
          <p:nvPr/>
        </p:nvSpPr>
        <p:spPr>
          <a:xfrm>
            <a:off x="12666484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312" name="二进制转十进制"/>
          <p:cNvSpPr txBox="1"/>
          <p:nvPr/>
        </p:nvSpPr>
        <p:spPr>
          <a:xfrm>
            <a:off x="9912350" y="3170084"/>
            <a:ext cx="4559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二进制转十进制</a:t>
            </a:r>
          </a:p>
        </p:txBody>
      </p:sp>
      <p:grpSp>
        <p:nvGrpSpPr>
          <p:cNvPr id="1315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31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31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316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800">
        <p:fade/>
      </p:transition>
    </mc:Choice>
    <mc:Fallback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0"/>
          <p:cNvSpPr txBox="1"/>
          <p:nvPr/>
        </p:nvSpPr>
        <p:spPr>
          <a:xfrm>
            <a:off x="8419994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319" name="0"/>
          <p:cNvSpPr txBox="1"/>
          <p:nvPr/>
        </p:nvSpPr>
        <p:spPr>
          <a:xfrm>
            <a:off x="16832332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320" name="1"/>
          <p:cNvSpPr txBox="1"/>
          <p:nvPr/>
        </p:nvSpPr>
        <p:spPr>
          <a:xfrm>
            <a:off x="19636444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21" name="1"/>
          <p:cNvSpPr txBox="1"/>
          <p:nvPr/>
        </p:nvSpPr>
        <p:spPr>
          <a:xfrm>
            <a:off x="2811769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22" name="1"/>
          <p:cNvSpPr txBox="1"/>
          <p:nvPr/>
        </p:nvSpPr>
        <p:spPr>
          <a:xfrm>
            <a:off x="5615882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23" name="1"/>
          <p:cNvSpPr txBox="1"/>
          <p:nvPr/>
        </p:nvSpPr>
        <p:spPr>
          <a:xfrm>
            <a:off x="11224107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24" name="0"/>
          <p:cNvSpPr txBox="1"/>
          <p:nvPr/>
        </p:nvSpPr>
        <p:spPr>
          <a:xfrm>
            <a:off x="14028219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325" name="二进制转十进制"/>
          <p:cNvSpPr txBox="1"/>
          <p:nvPr/>
        </p:nvSpPr>
        <p:spPr>
          <a:xfrm>
            <a:off x="9912350" y="3170084"/>
            <a:ext cx="4559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二进制转十进制</a:t>
            </a:r>
          </a:p>
        </p:txBody>
      </p:sp>
      <p:grpSp>
        <p:nvGrpSpPr>
          <p:cNvPr id="1328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32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32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329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0"/>
          <p:cNvSpPr txBox="1"/>
          <p:nvPr/>
        </p:nvSpPr>
        <p:spPr>
          <a:xfrm>
            <a:off x="8419994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332" name="0"/>
          <p:cNvSpPr txBox="1"/>
          <p:nvPr/>
        </p:nvSpPr>
        <p:spPr>
          <a:xfrm>
            <a:off x="16832332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333" name="1"/>
          <p:cNvSpPr txBox="1"/>
          <p:nvPr/>
        </p:nvSpPr>
        <p:spPr>
          <a:xfrm>
            <a:off x="19636444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34" name="1"/>
          <p:cNvSpPr txBox="1"/>
          <p:nvPr/>
        </p:nvSpPr>
        <p:spPr>
          <a:xfrm>
            <a:off x="2811769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35" name="1"/>
          <p:cNvSpPr txBox="1"/>
          <p:nvPr/>
        </p:nvSpPr>
        <p:spPr>
          <a:xfrm>
            <a:off x="5615882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36" name="1"/>
          <p:cNvSpPr txBox="1"/>
          <p:nvPr/>
        </p:nvSpPr>
        <p:spPr>
          <a:xfrm>
            <a:off x="11224107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37" name="0"/>
          <p:cNvSpPr txBox="1"/>
          <p:nvPr/>
        </p:nvSpPr>
        <p:spPr>
          <a:xfrm>
            <a:off x="14028219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338" name="×"/>
          <p:cNvSpPr txBox="1"/>
          <p:nvPr/>
        </p:nvSpPr>
        <p:spPr>
          <a:xfrm>
            <a:off x="3512623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339" name="2"/>
          <p:cNvSpPr txBox="1"/>
          <p:nvPr/>
        </p:nvSpPr>
        <p:spPr>
          <a:xfrm>
            <a:off x="4213826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40" name="×"/>
          <p:cNvSpPr txBox="1"/>
          <p:nvPr/>
        </p:nvSpPr>
        <p:spPr>
          <a:xfrm>
            <a:off x="6316910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341" name="2"/>
          <p:cNvSpPr txBox="1"/>
          <p:nvPr/>
        </p:nvSpPr>
        <p:spPr>
          <a:xfrm>
            <a:off x="7017938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42" name="×"/>
          <p:cNvSpPr txBox="1"/>
          <p:nvPr/>
        </p:nvSpPr>
        <p:spPr>
          <a:xfrm>
            <a:off x="9120936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343" name="2"/>
          <p:cNvSpPr txBox="1"/>
          <p:nvPr/>
        </p:nvSpPr>
        <p:spPr>
          <a:xfrm>
            <a:off x="9822138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44" name="×"/>
          <p:cNvSpPr txBox="1"/>
          <p:nvPr/>
        </p:nvSpPr>
        <p:spPr>
          <a:xfrm>
            <a:off x="11925135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345" name="2"/>
          <p:cNvSpPr txBox="1"/>
          <p:nvPr/>
        </p:nvSpPr>
        <p:spPr>
          <a:xfrm>
            <a:off x="12626337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46" name="×"/>
          <p:cNvSpPr txBox="1"/>
          <p:nvPr/>
        </p:nvSpPr>
        <p:spPr>
          <a:xfrm>
            <a:off x="14729161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347" name="2"/>
          <p:cNvSpPr txBox="1"/>
          <p:nvPr/>
        </p:nvSpPr>
        <p:spPr>
          <a:xfrm>
            <a:off x="15430363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48" name="×"/>
          <p:cNvSpPr txBox="1"/>
          <p:nvPr/>
        </p:nvSpPr>
        <p:spPr>
          <a:xfrm>
            <a:off x="17533273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349" name="2"/>
          <p:cNvSpPr txBox="1"/>
          <p:nvPr/>
        </p:nvSpPr>
        <p:spPr>
          <a:xfrm>
            <a:off x="18234476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50" name="×"/>
          <p:cNvSpPr txBox="1"/>
          <p:nvPr/>
        </p:nvSpPr>
        <p:spPr>
          <a:xfrm>
            <a:off x="20337560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351" name="2"/>
          <p:cNvSpPr txBox="1"/>
          <p:nvPr/>
        </p:nvSpPr>
        <p:spPr>
          <a:xfrm>
            <a:off x="21038762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52" name="二进制转十进制"/>
          <p:cNvSpPr txBox="1"/>
          <p:nvPr/>
        </p:nvSpPr>
        <p:spPr>
          <a:xfrm>
            <a:off x="9912350" y="3170084"/>
            <a:ext cx="4559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二进制转十进制</a:t>
            </a:r>
          </a:p>
        </p:txBody>
      </p:sp>
      <p:grpSp>
        <p:nvGrpSpPr>
          <p:cNvPr id="1355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35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35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356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0"/>
          <p:cNvSpPr txBox="1"/>
          <p:nvPr/>
        </p:nvSpPr>
        <p:spPr>
          <a:xfrm>
            <a:off x="8419994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359" name="0"/>
          <p:cNvSpPr txBox="1"/>
          <p:nvPr/>
        </p:nvSpPr>
        <p:spPr>
          <a:xfrm>
            <a:off x="16832332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360" name="1"/>
          <p:cNvSpPr txBox="1"/>
          <p:nvPr/>
        </p:nvSpPr>
        <p:spPr>
          <a:xfrm>
            <a:off x="19636444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61" name="1"/>
          <p:cNvSpPr txBox="1"/>
          <p:nvPr/>
        </p:nvSpPr>
        <p:spPr>
          <a:xfrm>
            <a:off x="2811769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62" name="1"/>
          <p:cNvSpPr txBox="1"/>
          <p:nvPr/>
        </p:nvSpPr>
        <p:spPr>
          <a:xfrm>
            <a:off x="5615882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63" name="1"/>
          <p:cNvSpPr txBox="1"/>
          <p:nvPr/>
        </p:nvSpPr>
        <p:spPr>
          <a:xfrm>
            <a:off x="11224107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64" name="0"/>
          <p:cNvSpPr txBox="1"/>
          <p:nvPr/>
        </p:nvSpPr>
        <p:spPr>
          <a:xfrm>
            <a:off x="14028219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365" name="×"/>
          <p:cNvSpPr txBox="1"/>
          <p:nvPr/>
        </p:nvSpPr>
        <p:spPr>
          <a:xfrm>
            <a:off x="3512623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366" name="2"/>
          <p:cNvSpPr txBox="1"/>
          <p:nvPr/>
        </p:nvSpPr>
        <p:spPr>
          <a:xfrm>
            <a:off x="4213826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67" name="+"/>
          <p:cNvSpPr txBox="1"/>
          <p:nvPr/>
        </p:nvSpPr>
        <p:spPr>
          <a:xfrm>
            <a:off x="4914854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368" name="×"/>
          <p:cNvSpPr txBox="1"/>
          <p:nvPr/>
        </p:nvSpPr>
        <p:spPr>
          <a:xfrm>
            <a:off x="6316910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369" name="2"/>
          <p:cNvSpPr txBox="1"/>
          <p:nvPr/>
        </p:nvSpPr>
        <p:spPr>
          <a:xfrm>
            <a:off x="7017938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70" name="+"/>
          <p:cNvSpPr txBox="1"/>
          <p:nvPr/>
        </p:nvSpPr>
        <p:spPr>
          <a:xfrm>
            <a:off x="7718966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371" name="×"/>
          <p:cNvSpPr txBox="1"/>
          <p:nvPr/>
        </p:nvSpPr>
        <p:spPr>
          <a:xfrm>
            <a:off x="9120936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372" name="2"/>
          <p:cNvSpPr txBox="1"/>
          <p:nvPr/>
        </p:nvSpPr>
        <p:spPr>
          <a:xfrm>
            <a:off x="9822138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73" name="+"/>
          <p:cNvSpPr txBox="1"/>
          <p:nvPr/>
        </p:nvSpPr>
        <p:spPr>
          <a:xfrm>
            <a:off x="10523166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374" name="×"/>
          <p:cNvSpPr txBox="1"/>
          <p:nvPr/>
        </p:nvSpPr>
        <p:spPr>
          <a:xfrm>
            <a:off x="11925135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375" name="2"/>
          <p:cNvSpPr txBox="1"/>
          <p:nvPr/>
        </p:nvSpPr>
        <p:spPr>
          <a:xfrm>
            <a:off x="12626337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76" name="+"/>
          <p:cNvSpPr txBox="1"/>
          <p:nvPr/>
        </p:nvSpPr>
        <p:spPr>
          <a:xfrm>
            <a:off x="13327366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377" name="×"/>
          <p:cNvSpPr txBox="1"/>
          <p:nvPr/>
        </p:nvSpPr>
        <p:spPr>
          <a:xfrm>
            <a:off x="14729161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378" name="2"/>
          <p:cNvSpPr txBox="1"/>
          <p:nvPr/>
        </p:nvSpPr>
        <p:spPr>
          <a:xfrm>
            <a:off x="15430363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79" name="+"/>
          <p:cNvSpPr txBox="1"/>
          <p:nvPr/>
        </p:nvSpPr>
        <p:spPr>
          <a:xfrm>
            <a:off x="16131392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380" name="×"/>
          <p:cNvSpPr txBox="1"/>
          <p:nvPr/>
        </p:nvSpPr>
        <p:spPr>
          <a:xfrm>
            <a:off x="17533273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381" name="2"/>
          <p:cNvSpPr txBox="1"/>
          <p:nvPr/>
        </p:nvSpPr>
        <p:spPr>
          <a:xfrm>
            <a:off x="18234476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82" name="+"/>
          <p:cNvSpPr txBox="1"/>
          <p:nvPr/>
        </p:nvSpPr>
        <p:spPr>
          <a:xfrm>
            <a:off x="18935504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383" name="×"/>
          <p:cNvSpPr txBox="1"/>
          <p:nvPr/>
        </p:nvSpPr>
        <p:spPr>
          <a:xfrm>
            <a:off x="20337560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384" name="2"/>
          <p:cNvSpPr txBox="1"/>
          <p:nvPr/>
        </p:nvSpPr>
        <p:spPr>
          <a:xfrm>
            <a:off x="21038762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85" name="0"/>
          <p:cNvSpPr txBox="1"/>
          <p:nvPr/>
        </p:nvSpPr>
        <p:spPr>
          <a:xfrm>
            <a:off x="21482893" y="4643077"/>
            <a:ext cx="41915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386" name="1"/>
          <p:cNvSpPr txBox="1"/>
          <p:nvPr/>
        </p:nvSpPr>
        <p:spPr>
          <a:xfrm>
            <a:off x="18642105" y="4643077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87" name="2"/>
          <p:cNvSpPr txBox="1"/>
          <p:nvPr/>
        </p:nvSpPr>
        <p:spPr>
          <a:xfrm>
            <a:off x="15801317" y="4643077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88" name="3"/>
          <p:cNvSpPr txBox="1"/>
          <p:nvPr/>
        </p:nvSpPr>
        <p:spPr>
          <a:xfrm>
            <a:off x="12960529" y="4643077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389" name="4"/>
          <p:cNvSpPr txBox="1"/>
          <p:nvPr/>
        </p:nvSpPr>
        <p:spPr>
          <a:xfrm>
            <a:off x="10119741" y="4643077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390" name="5"/>
          <p:cNvSpPr txBox="1"/>
          <p:nvPr/>
        </p:nvSpPr>
        <p:spPr>
          <a:xfrm>
            <a:off x="7278954" y="4643077"/>
            <a:ext cx="41915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391" name="6"/>
          <p:cNvSpPr txBox="1"/>
          <p:nvPr/>
        </p:nvSpPr>
        <p:spPr>
          <a:xfrm>
            <a:off x="4621499" y="4643077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392" name="二进制转十进制"/>
          <p:cNvSpPr txBox="1"/>
          <p:nvPr/>
        </p:nvSpPr>
        <p:spPr>
          <a:xfrm>
            <a:off x="9912350" y="3170084"/>
            <a:ext cx="4559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二进制转十进制</a:t>
            </a:r>
          </a:p>
        </p:txBody>
      </p:sp>
      <p:grpSp>
        <p:nvGrpSpPr>
          <p:cNvPr id="1395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39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39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396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500"/>
                                        <p:tgtEl>
                                          <p:spTgt spid="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500"/>
                                        <p:tgtEl>
                                          <p:spTgt spid="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500"/>
                                        <p:tgtEl>
                                          <p:spTgt spid="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500"/>
                                        <p:tgtEl>
                                          <p:spTgt spid="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7" dur="500"/>
                                        <p:tgtEl>
                                          <p:spTgt spid="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391" grpId="7"/>
      <p:bldP build="whole" bldLvl="1" animBg="1" rev="0" advAuto="0" spid="1387" grpId="3"/>
      <p:bldP build="whole" bldLvl="1" animBg="1" rev="0" advAuto="0" spid="1388" grpId="4"/>
      <p:bldP build="whole" bldLvl="1" animBg="1" rev="0" advAuto="0" spid="1389" grpId="5"/>
      <p:bldP build="whole" bldLvl="1" animBg="1" rev="0" advAuto="0" spid="1385" grpId="1"/>
      <p:bldP build="whole" bldLvl="1" animBg="1" rev="0" advAuto="0" spid="1390" grpId="6"/>
      <p:bldP build="whole" bldLvl="1" animBg="1" rev="0" advAuto="0" spid="1386" grpId="2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0"/>
          <p:cNvSpPr txBox="1"/>
          <p:nvPr/>
        </p:nvSpPr>
        <p:spPr>
          <a:xfrm>
            <a:off x="8419994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399" name="0"/>
          <p:cNvSpPr txBox="1"/>
          <p:nvPr/>
        </p:nvSpPr>
        <p:spPr>
          <a:xfrm>
            <a:off x="16832332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400" name="1"/>
          <p:cNvSpPr txBox="1"/>
          <p:nvPr/>
        </p:nvSpPr>
        <p:spPr>
          <a:xfrm>
            <a:off x="19636444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01" name="1"/>
          <p:cNvSpPr txBox="1"/>
          <p:nvPr/>
        </p:nvSpPr>
        <p:spPr>
          <a:xfrm>
            <a:off x="2811769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02" name="1"/>
          <p:cNvSpPr txBox="1"/>
          <p:nvPr/>
        </p:nvSpPr>
        <p:spPr>
          <a:xfrm>
            <a:off x="5615882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03" name="1"/>
          <p:cNvSpPr txBox="1"/>
          <p:nvPr/>
        </p:nvSpPr>
        <p:spPr>
          <a:xfrm>
            <a:off x="11224107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04" name="0"/>
          <p:cNvSpPr txBox="1"/>
          <p:nvPr/>
        </p:nvSpPr>
        <p:spPr>
          <a:xfrm>
            <a:off x="14028219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405" name="×"/>
          <p:cNvSpPr txBox="1"/>
          <p:nvPr/>
        </p:nvSpPr>
        <p:spPr>
          <a:xfrm>
            <a:off x="3512623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06" name="2"/>
          <p:cNvSpPr txBox="1"/>
          <p:nvPr/>
        </p:nvSpPr>
        <p:spPr>
          <a:xfrm>
            <a:off x="4213826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07" name="+"/>
          <p:cNvSpPr txBox="1"/>
          <p:nvPr/>
        </p:nvSpPr>
        <p:spPr>
          <a:xfrm>
            <a:off x="4914854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08" name="×"/>
          <p:cNvSpPr txBox="1"/>
          <p:nvPr/>
        </p:nvSpPr>
        <p:spPr>
          <a:xfrm>
            <a:off x="6316910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09" name="2"/>
          <p:cNvSpPr txBox="1"/>
          <p:nvPr/>
        </p:nvSpPr>
        <p:spPr>
          <a:xfrm>
            <a:off x="7017938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10" name="+"/>
          <p:cNvSpPr txBox="1"/>
          <p:nvPr/>
        </p:nvSpPr>
        <p:spPr>
          <a:xfrm>
            <a:off x="7718966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11" name="×"/>
          <p:cNvSpPr txBox="1"/>
          <p:nvPr/>
        </p:nvSpPr>
        <p:spPr>
          <a:xfrm>
            <a:off x="9120936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12" name="2"/>
          <p:cNvSpPr txBox="1"/>
          <p:nvPr/>
        </p:nvSpPr>
        <p:spPr>
          <a:xfrm>
            <a:off x="9822138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13" name="+"/>
          <p:cNvSpPr txBox="1"/>
          <p:nvPr/>
        </p:nvSpPr>
        <p:spPr>
          <a:xfrm>
            <a:off x="10523166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14" name="×"/>
          <p:cNvSpPr txBox="1"/>
          <p:nvPr/>
        </p:nvSpPr>
        <p:spPr>
          <a:xfrm>
            <a:off x="11925135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15" name="2"/>
          <p:cNvSpPr txBox="1"/>
          <p:nvPr/>
        </p:nvSpPr>
        <p:spPr>
          <a:xfrm>
            <a:off x="12626337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16" name="+"/>
          <p:cNvSpPr txBox="1"/>
          <p:nvPr/>
        </p:nvSpPr>
        <p:spPr>
          <a:xfrm>
            <a:off x="13327366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17" name="×"/>
          <p:cNvSpPr txBox="1"/>
          <p:nvPr/>
        </p:nvSpPr>
        <p:spPr>
          <a:xfrm>
            <a:off x="14729161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18" name="2"/>
          <p:cNvSpPr txBox="1"/>
          <p:nvPr/>
        </p:nvSpPr>
        <p:spPr>
          <a:xfrm>
            <a:off x="15430363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19" name="+"/>
          <p:cNvSpPr txBox="1"/>
          <p:nvPr/>
        </p:nvSpPr>
        <p:spPr>
          <a:xfrm>
            <a:off x="16131392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20" name="×"/>
          <p:cNvSpPr txBox="1"/>
          <p:nvPr/>
        </p:nvSpPr>
        <p:spPr>
          <a:xfrm>
            <a:off x="17533273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21" name="2"/>
          <p:cNvSpPr txBox="1"/>
          <p:nvPr/>
        </p:nvSpPr>
        <p:spPr>
          <a:xfrm>
            <a:off x="18234476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22" name="+"/>
          <p:cNvSpPr txBox="1"/>
          <p:nvPr/>
        </p:nvSpPr>
        <p:spPr>
          <a:xfrm>
            <a:off x="18935504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23" name="×"/>
          <p:cNvSpPr txBox="1"/>
          <p:nvPr/>
        </p:nvSpPr>
        <p:spPr>
          <a:xfrm>
            <a:off x="20337560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24" name="2"/>
          <p:cNvSpPr txBox="1"/>
          <p:nvPr/>
        </p:nvSpPr>
        <p:spPr>
          <a:xfrm>
            <a:off x="21038762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25" name="0"/>
          <p:cNvSpPr txBox="1"/>
          <p:nvPr/>
        </p:nvSpPr>
        <p:spPr>
          <a:xfrm>
            <a:off x="21482893" y="4643077"/>
            <a:ext cx="41915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426" name="1"/>
          <p:cNvSpPr txBox="1"/>
          <p:nvPr/>
        </p:nvSpPr>
        <p:spPr>
          <a:xfrm>
            <a:off x="18642105" y="4643077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27" name="2"/>
          <p:cNvSpPr txBox="1"/>
          <p:nvPr/>
        </p:nvSpPr>
        <p:spPr>
          <a:xfrm>
            <a:off x="15801317" y="4643077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28" name="3"/>
          <p:cNvSpPr txBox="1"/>
          <p:nvPr/>
        </p:nvSpPr>
        <p:spPr>
          <a:xfrm>
            <a:off x="12960529" y="4643077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429" name="4"/>
          <p:cNvSpPr txBox="1"/>
          <p:nvPr/>
        </p:nvSpPr>
        <p:spPr>
          <a:xfrm>
            <a:off x="10119741" y="4643077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430" name="5"/>
          <p:cNvSpPr txBox="1"/>
          <p:nvPr/>
        </p:nvSpPr>
        <p:spPr>
          <a:xfrm>
            <a:off x="7278954" y="4643077"/>
            <a:ext cx="41915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431" name="6"/>
          <p:cNvSpPr txBox="1"/>
          <p:nvPr/>
        </p:nvSpPr>
        <p:spPr>
          <a:xfrm>
            <a:off x="4621499" y="4643077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432" name="="/>
          <p:cNvSpPr txBox="1"/>
          <p:nvPr/>
        </p:nvSpPr>
        <p:spPr>
          <a:xfrm>
            <a:off x="2192615" y="5792885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=</a:t>
            </a:r>
          </a:p>
        </p:txBody>
      </p:sp>
      <p:sp>
        <p:nvSpPr>
          <p:cNvPr id="1433" name="64"/>
          <p:cNvSpPr txBox="1"/>
          <p:nvPr/>
        </p:nvSpPr>
        <p:spPr>
          <a:xfrm>
            <a:off x="3239612" y="5792885"/>
            <a:ext cx="1079492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434" name="+"/>
          <p:cNvSpPr txBox="1"/>
          <p:nvPr/>
        </p:nvSpPr>
        <p:spPr>
          <a:xfrm>
            <a:off x="4914854" y="5792885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35" name="32"/>
          <p:cNvSpPr txBox="1"/>
          <p:nvPr/>
        </p:nvSpPr>
        <p:spPr>
          <a:xfrm>
            <a:off x="6043899" y="5792885"/>
            <a:ext cx="1079492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32</a:t>
            </a:r>
          </a:p>
        </p:txBody>
      </p:sp>
      <p:sp>
        <p:nvSpPr>
          <p:cNvPr id="1436" name="+"/>
          <p:cNvSpPr txBox="1"/>
          <p:nvPr/>
        </p:nvSpPr>
        <p:spPr>
          <a:xfrm>
            <a:off x="7718922" y="5792885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37" name="0"/>
          <p:cNvSpPr txBox="1"/>
          <p:nvPr/>
        </p:nvSpPr>
        <p:spPr>
          <a:xfrm>
            <a:off x="9120936" y="5792885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438" name="+"/>
          <p:cNvSpPr txBox="1"/>
          <p:nvPr/>
        </p:nvSpPr>
        <p:spPr>
          <a:xfrm>
            <a:off x="10523166" y="5792885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39" name="8"/>
          <p:cNvSpPr txBox="1"/>
          <p:nvPr/>
        </p:nvSpPr>
        <p:spPr>
          <a:xfrm>
            <a:off x="11925265" y="5792885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440" name="+"/>
          <p:cNvSpPr txBox="1"/>
          <p:nvPr/>
        </p:nvSpPr>
        <p:spPr>
          <a:xfrm>
            <a:off x="13327366" y="5792885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41" name="0"/>
          <p:cNvSpPr txBox="1"/>
          <p:nvPr/>
        </p:nvSpPr>
        <p:spPr>
          <a:xfrm>
            <a:off x="14729161" y="5792885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442" name="+"/>
          <p:cNvSpPr txBox="1"/>
          <p:nvPr/>
        </p:nvSpPr>
        <p:spPr>
          <a:xfrm>
            <a:off x="16131392" y="5792885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43" name="0"/>
          <p:cNvSpPr txBox="1"/>
          <p:nvPr/>
        </p:nvSpPr>
        <p:spPr>
          <a:xfrm>
            <a:off x="17533273" y="5792885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444" name="+"/>
          <p:cNvSpPr txBox="1"/>
          <p:nvPr/>
        </p:nvSpPr>
        <p:spPr>
          <a:xfrm>
            <a:off x="18861978" y="5792885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45" name="1"/>
          <p:cNvSpPr txBox="1"/>
          <p:nvPr/>
        </p:nvSpPr>
        <p:spPr>
          <a:xfrm>
            <a:off x="20337560" y="5792885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46" name="二进制转十进制"/>
          <p:cNvSpPr txBox="1"/>
          <p:nvPr/>
        </p:nvSpPr>
        <p:spPr>
          <a:xfrm>
            <a:off x="9912350" y="3170084"/>
            <a:ext cx="4559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二进制转十进制</a:t>
            </a:r>
          </a:p>
        </p:txBody>
      </p:sp>
      <p:grpSp>
        <p:nvGrpSpPr>
          <p:cNvPr id="1449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447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448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450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800">
        <p:fade/>
      </p:transition>
    </mc:Choice>
    <mc:Fallback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0"/>
          <p:cNvSpPr txBox="1"/>
          <p:nvPr/>
        </p:nvSpPr>
        <p:spPr>
          <a:xfrm>
            <a:off x="8419994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453" name="0"/>
          <p:cNvSpPr txBox="1"/>
          <p:nvPr/>
        </p:nvSpPr>
        <p:spPr>
          <a:xfrm>
            <a:off x="16832332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454" name="1"/>
          <p:cNvSpPr txBox="1"/>
          <p:nvPr/>
        </p:nvSpPr>
        <p:spPr>
          <a:xfrm>
            <a:off x="19636444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55" name="1"/>
          <p:cNvSpPr txBox="1"/>
          <p:nvPr/>
        </p:nvSpPr>
        <p:spPr>
          <a:xfrm>
            <a:off x="2811769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56" name="1"/>
          <p:cNvSpPr txBox="1"/>
          <p:nvPr/>
        </p:nvSpPr>
        <p:spPr>
          <a:xfrm>
            <a:off x="5615882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57" name="1"/>
          <p:cNvSpPr txBox="1"/>
          <p:nvPr/>
        </p:nvSpPr>
        <p:spPr>
          <a:xfrm>
            <a:off x="11224107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58" name="0"/>
          <p:cNvSpPr txBox="1"/>
          <p:nvPr/>
        </p:nvSpPr>
        <p:spPr>
          <a:xfrm>
            <a:off x="14028219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459" name="×"/>
          <p:cNvSpPr txBox="1"/>
          <p:nvPr/>
        </p:nvSpPr>
        <p:spPr>
          <a:xfrm>
            <a:off x="3512623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60" name="2"/>
          <p:cNvSpPr txBox="1"/>
          <p:nvPr/>
        </p:nvSpPr>
        <p:spPr>
          <a:xfrm>
            <a:off x="4213826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61" name="+"/>
          <p:cNvSpPr txBox="1"/>
          <p:nvPr/>
        </p:nvSpPr>
        <p:spPr>
          <a:xfrm>
            <a:off x="4914854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62" name="×"/>
          <p:cNvSpPr txBox="1"/>
          <p:nvPr/>
        </p:nvSpPr>
        <p:spPr>
          <a:xfrm>
            <a:off x="6316910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63" name="2"/>
          <p:cNvSpPr txBox="1"/>
          <p:nvPr/>
        </p:nvSpPr>
        <p:spPr>
          <a:xfrm>
            <a:off x="7017938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64" name="+"/>
          <p:cNvSpPr txBox="1"/>
          <p:nvPr/>
        </p:nvSpPr>
        <p:spPr>
          <a:xfrm>
            <a:off x="7718966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65" name="×"/>
          <p:cNvSpPr txBox="1"/>
          <p:nvPr/>
        </p:nvSpPr>
        <p:spPr>
          <a:xfrm>
            <a:off x="9120936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66" name="2"/>
          <p:cNvSpPr txBox="1"/>
          <p:nvPr/>
        </p:nvSpPr>
        <p:spPr>
          <a:xfrm>
            <a:off x="9822138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67" name="+"/>
          <p:cNvSpPr txBox="1"/>
          <p:nvPr/>
        </p:nvSpPr>
        <p:spPr>
          <a:xfrm>
            <a:off x="10523166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68" name="×"/>
          <p:cNvSpPr txBox="1"/>
          <p:nvPr/>
        </p:nvSpPr>
        <p:spPr>
          <a:xfrm>
            <a:off x="11925135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69" name="2"/>
          <p:cNvSpPr txBox="1"/>
          <p:nvPr/>
        </p:nvSpPr>
        <p:spPr>
          <a:xfrm>
            <a:off x="12626337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70" name="+"/>
          <p:cNvSpPr txBox="1"/>
          <p:nvPr/>
        </p:nvSpPr>
        <p:spPr>
          <a:xfrm>
            <a:off x="13327366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71" name="×"/>
          <p:cNvSpPr txBox="1"/>
          <p:nvPr/>
        </p:nvSpPr>
        <p:spPr>
          <a:xfrm>
            <a:off x="14729161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72" name="2"/>
          <p:cNvSpPr txBox="1"/>
          <p:nvPr/>
        </p:nvSpPr>
        <p:spPr>
          <a:xfrm>
            <a:off x="15430363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73" name="+"/>
          <p:cNvSpPr txBox="1"/>
          <p:nvPr/>
        </p:nvSpPr>
        <p:spPr>
          <a:xfrm>
            <a:off x="16131392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74" name="×"/>
          <p:cNvSpPr txBox="1"/>
          <p:nvPr/>
        </p:nvSpPr>
        <p:spPr>
          <a:xfrm>
            <a:off x="17533273" y="4889951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75" name="2"/>
          <p:cNvSpPr txBox="1"/>
          <p:nvPr/>
        </p:nvSpPr>
        <p:spPr>
          <a:xfrm>
            <a:off x="18234476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76" name="+"/>
          <p:cNvSpPr txBox="1"/>
          <p:nvPr/>
        </p:nvSpPr>
        <p:spPr>
          <a:xfrm>
            <a:off x="18935504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77" name="×"/>
          <p:cNvSpPr txBox="1"/>
          <p:nvPr/>
        </p:nvSpPr>
        <p:spPr>
          <a:xfrm>
            <a:off x="20337560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78" name="2"/>
          <p:cNvSpPr txBox="1"/>
          <p:nvPr/>
        </p:nvSpPr>
        <p:spPr>
          <a:xfrm>
            <a:off x="21038762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79" name="0"/>
          <p:cNvSpPr txBox="1"/>
          <p:nvPr/>
        </p:nvSpPr>
        <p:spPr>
          <a:xfrm>
            <a:off x="21482893" y="4643077"/>
            <a:ext cx="41915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480" name="1"/>
          <p:cNvSpPr txBox="1"/>
          <p:nvPr/>
        </p:nvSpPr>
        <p:spPr>
          <a:xfrm>
            <a:off x="18642105" y="4643077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81" name="2"/>
          <p:cNvSpPr txBox="1"/>
          <p:nvPr/>
        </p:nvSpPr>
        <p:spPr>
          <a:xfrm>
            <a:off x="15801317" y="4643077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82" name="3"/>
          <p:cNvSpPr txBox="1"/>
          <p:nvPr/>
        </p:nvSpPr>
        <p:spPr>
          <a:xfrm>
            <a:off x="12960529" y="4643077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483" name="4"/>
          <p:cNvSpPr txBox="1"/>
          <p:nvPr/>
        </p:nvSpPr>
        <p:spPr>
          <a:xfrm>
            <a:off x="10119741" y="4643077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484" name="5"/>
          <p:cNvSpPr txBox="1"/>
          <p:nvPr/>
        </p:nvSpPr>
        <p:spPr>
          <a:xfrm>
            <a:off x="7278954" y="4643077"/>
            <a:ext cx="41915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485" name="6"/>
          <p:cNvSpPr txBox="1"/>
          <p:nvPr/>
        </p:nvSpPr>
        <p:spPr>
          <a:xfrm>
            <a:off x="4621499" y="4643077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486" name="="/>
          <p:cNvSpPr txBox="1"/>
          <p:nvPr/>
        </p:nvSpPr>
        <p:spPr>
          <a:xfrm>
            <a:off x="2192615" y="5792885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=</a:t>
            </a:r>
          </a:p>
        </p:txBody>
      </p:sp>
      <p:sp>
        <p:nvSpPr>
          <p:cNvPr id="1487" name="64"/>
          <p:cNvSpPr txBox="1"/>
          <p:nvPr/>
        </p:nvSpPr>
        <p:spPr>
          <a:xfrm>
            <a:off x="3239612" y="5792885"/>
            <a:ext cx="1079492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488" name="+"/>
          <p:cNvSpPr txBox="1"/>
          <p:nvPr/>
        </p:nvSpPr>
        <p:spPr>
          <a:xfrm>
            <a:off x="4914854" y="5792885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89" name="32"/>
          <p:cNvSpPr txBox="1"/>
          <p:nvPr/>
        </p:nvSpPr>
        <p:spPr>
          <a:xfrm>
            <a:off x="6043899" y="5792885"/>
            <a:ext cx="1079492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32</a:t>
            </a:r>
          </a:p>
        </p:txBody>
      </p:sp>
      <p:sp>
        <p:nvSpPr>
          <p:cNvPr id="1490" name="+"/>
          <p:cNvSpPr txBox="1"/>
          <p:nvPr/>
        </p:nvSpPr>
        <p:spPr>
          <a:xfrm>
            <a:off x="7718922" y="5792885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91" name="0"/>
          <p:cNvSpPr txBox="1"/>
          <p:nvPr/>
        </p:nvSpPr>
        <p:spPr>
          <a:xfrm>
            <a:off x="9120936" y="5792885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492" name="+"/>
          <p:cNvSpPr txBox="1"/>
          <p:nvPr/>
        </p:nvSpPr>
        <p:spPr>
          <a:xfrm>
            <a:off x="10523166" y="5792885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93" name="8"/>
          <p:cNvSpPr txBox="1"/>
          <p:nvPr/>
        </p:nvSpPr>
        <p:spPr>
          <a:xfrm>
            <a:off x="11925265" y="5792885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494" name="+"/>
          <p:cNvSpPr txBox="1"/>
          <p:nvPr/>
        </p:nvSpPr>
        <p:spPr>
          <a:xfrm>
            <a:off x="13327366" y="5792885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95" name="0"/>
          <p:cNvSpPr txBox="1"/>
          <p:nvPr/>
        </p:nvSpPr>
        <p:spPr>
          <a:xfrm>
            <a:off x="14729161" y="5792885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496" name="+"/>
          <p:cNvSpPr txBox="1"/>
          <p:nvPr/>
        </p:nvSpPr>
        <p:spPr>
          <a:xfrm>
            <a:off x="16131392" y="5792885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97" name="0"/>
          <p:cNvSpPr txBox="1"/>
          <p:nvPr/>
        </p:nvSpPr>
        <p:spPr>
          <a:xfrm>
            <a:off x="17533273" y="5792885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498" name="+"/>
          <p:cNvSpPr txBox="1"/>
          <p:nvPr/>
        </p:nvSpPr>
        <p:spPr>
          <a:xfrm>
            <a:off x="18861978" y="5792885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499" name="1"/>
          <p:cNvSpPr txBox="1"/>
          <p:nvPr/>
        </p:nvSpPr>
        <p:spPr>
          <a:xfrm>
            <a:off x="20337560" y="5792885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00" name="="/>
          <p:cNvSpPr txBox="1"/>
          <p:nvPr/>
        </p:nvSpPr>
        <p:spPr>
          <a:xfrm>
            <a:off x="2192615" y="700539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=</a:t>
            </a:r>
          </a:p>
        </p:txBody>
      </p:sp>
      <p:sp>
        <p:nvSpPr>
          <p:cNvPr id="1501" name="105"/>
          <p:cNvSpPr txBox="1"/>
          <p:nvPr/>
        </p:nvSpPr>
        <p:spPr>
          <a:xfrm>
            <a:off x="3011146" y="7005397"/>
            <a:ext cx="153642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105</a:t>
            </a:r>
          </a:p>
        </p:txBody>
      </p:sp>
      <p:sp>
        <p:nvSpPr>
          <p:cNvPr id="1502" name="二进制转十进制"/>
          <p:cNvSpPr txBox="1"/>
          <p:nvPr/>
        </p:nvSpPr>
        <p:spPr>
          <a:xfrm>
            <a:off x="9912350" y="3170084"/>
            <a:ext cx="4559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二进制转十进制</a:t>
            </a:r>
          </a:p>
        </p:txBody>
      </p:sp>
      <p:grpSp>
        <p:nvGrpSpPr>
          <p:cNvPr id="1505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50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50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506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800">
        <p:fade/>
      </p:transition>
    </mc:Choice>
    <mc:Fallback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八进制转十进制"/>
          <p:cNvSpPr txBox="1"/>
          <p:nvPr/>
        </p:nvSpPr>
        <p:spPr>
          <a:xfrm>
            <a:off x="9912350" y="3170084"/>
            <a:ext cx="4559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八进制转十进制</a:t>
            </a:r>
          </a:p>
        </p:txBody>
      </p:sp>
      <p:grpSp>
        <p:nvGrpSpPr>
          <p:cNvPr id="1511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509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510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512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1"/>
          <p:cNvSpPr txBox="1"/>
          <p:nvPr/>
        </p:nvSpPr>
        <p:spPr>
          <a:xfrm>
            <a:off x="11925265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15" name="5"/>
          <p:cNvSpPr txBox="1"/>
          <p:nvPr/>
        </p:nvSpPr>
        <p:spPr>
          <a:xfrm>
            <a:off x="10442829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516" name="2"/>
          <p:cNvSpPr txBox="1"/>
          <p:nvPr/>
        </p:nvSpPr>
        <p:spPr>
          <a:xfrm>
            <a:off x="11184047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17" name="3"/>
          <p:cNvSpPr txBox="1"/>
          <p:nvPr/>
        </p:nvSpPr>
        <p:spPr>
          <a:xfrm>
            <a:off x="12666483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518" name="7"/>
          <p:cNvSpPr txBox="1"/>
          <p:nvPr/>
        </p:nvSpPr>
        <p:spPr>
          <a:xfrm>
            <a:off x="13407702" y="488995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519" name="八进制转十进制"/>
          <p:cNvSpPr txBox="1"/>
          <p:nvPr/>
        </p:nvSpPr>
        <p:spPr>
          <a:xfrm>
            <a:off x="9912350" y="3170084"/>
            <a:ext cx="4559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八进制转十进制</a:t>
            </a:r>
          </a:p>
        </p:txBody>
      </p:sp>
      <p:grpSp>
        <p:nvGrpSpPr>
          <p:cNvPr id="152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52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52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523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800">
        <p:fade/>
      </p:transition>
    </mc:Choice>
    <mc:Fallback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1"/>
          <p:cNvSpPr txBox="1"/>
          <p:nvPr/>
        </p:nvSpPr>
        <p:spPr>
          <a:xfrm>
            <a:off x="11095876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26" name="5"/>
          <p:cNvSpPr txBox="1"/>
          <p:nvPr/>
        </p:nvSpPr>
        <p:spPr>
          <a:xfrm>
            <a:off x="5487651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527" name="2"/>
          <p:cNvSpPr txBox="1"/>
          <p:nvPr/>
        </p:nvSpPr>
        <p:spPr>
          <a:xfrm>
            <a:off x="8291763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28" name="3"/>
          <p:cNvSpPr txBox="1"/>
          <p:nvPr/>
        </p:nvSpPr>
        <p:spPr>
          <a:xfrm>
            <a:off x="13899988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529" name="7"/>
          <p:cNvSpPr txBox="1"/>
          <p:nvPr/>
        </p:nvSpPr>
        <p:spPr>
          <a:xfrm>
            <a:off x="16704101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530" name="八进制转十进制"/>
          <p:cNvSpPr txBox="1"/>
          <p:nvPr/>
        </p:nvSpPr>
        <p:spPr>
          <a:xfrm>
            <a:off x="9912350" y="3170084"/>
            <a:ext cx="4559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八进制转十进制</a:t>
            </a:r>
          </a:p>
        </p:txBody>
      </p:sp>
      <p:grpSp>
        <p:nvGrpSpPr>
          <p:cNvPr id="1533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53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53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534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1"/>
          <p:cNvSpPr txBox="1"/>
          <p:nvPr/>
        </p:nvSpPr>
        <p:spPr>
          <a:xfrm>
            <a:off x="11095876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37" name="5"/>
          <p:cNvSpPr txBox="1"/>
          <p:nvPr/>
        </p:nvSpPr>
        <p:spPr>
          <a:xfrm>
            <a:off x="5487651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538" name="2"/>
          <p:cNvSpPr txBox="1"/>
          <p:nvPr/>
        </p:nvSpPr>
        <p:spPr>
          <a:xfrm>
            <a:off x="8291763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39" name="3"/>
          <p:cNvSpPr txBox="1"/>
          <p:nvPr/>
        </p:nvSpPr>
        <p:spPr>
          <a:xfrm>
            <a:off x="13899988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540" name="7"/>
          <p:cNvSpPr txBox="1"/>
          <p:nvPr/>
        </p:nvSpPr>
        <p:spPr>
          <a:xfrm>
            <a:off x="16704101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541" name="×"/>
          <p:cNvSpPr txBox="1"/>
          <p:nvPr/>
        </p:nvSpPr>
        <p:spPr>
          <a:xfrm>
            <a:off x="6188505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542" name="8"/>
          <p:cNvSpPr txBox="1"/>
          <p:nvPr/>
        </p:nvSpPr>
        <p:spPr>
          <a:xfrm>
            <a:off x="6889707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543" name="×"/>
          <p:cNvSpPr txBox="1"/>
          <p:nvPr/>
        </p:nvSpPr>
        <p:spPr>
          <a:xfrm>
            <a:off x="8992792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544" name="8"/>
          <p:cNvSpPr txBox="1"/>
          <p:nvPr/>
        </p:nvSpPr>
        <p:spPr>
          <a:xfrm>
            <a:off x="9693819" y="5136824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545" name="×"/>
          <p:cNvSpPr txBox="1"/>
          <p:nvPr/>
        </p:nvSpPr>
        <p:spPr>
          <a:xfrm>
            <a:off x="11796817" y="5136824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546" name="8"/>
          <p:cNvSpPr txBox="1"/>
          <p:nvPr/>
        </p:nvSpPr>
        <p:spPr>
          <a:xfrm>
            <a:off x="12498020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547" name="×"/>
          <p:cNvSpPr txBox="1"/>
          <p:nvPr/>
        </p:nvSpPr>
        <p:spPr>
          <a:xfrm>
            <a:off x="14601017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548" name="8"/>
          <p:cNvSpPr txBox="1"/>
          <p:nvPr/>
        </p:nvSpPr>
        <p:spPr>
          <a:xfrm>
            <a:off x="15302219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549" name="×"/>
          <p:cNvSpPr txBox="1"/>
          <p:nvPr/>
        </p:nvSpPr>
        <p:spPr>
          <a:xfrm>
            <a:off x="17405043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550" name="8"/>
          <p:cNvSpPr txBox="1"/>
          <p:nvPr/>
        </p:nvSpPr>
        <p:spPr>
          <a:xfrm>
            <a:off x="18106245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551" name="八进制转十进制"/>
          <p:cNvSpPr txBox="1"/>
          <p:nvPr/>
        </p:nvSpPr>
        <p:spPr>
          <a:xfrm>
            <a:off x="9912350" y="3170084"/>
            <a:ext cx="4559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八进制转十进制</a:t>
            </a:r>
          </a:p>
        </p:txBody>
      </p:sp>
      <p:grpSp>
        <p:nvGrpSpPr>
          <p:cNvPr id="1554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552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553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555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1"/>
          <p:cNvSpPr txBox="1"/>
          <p:nvPr/>
        </p:nvSpPr>
        <p:spPr>
          <a:xfrm>
            <a:off x="11095876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58" name="5"/>
          <p:cNvSpPr txBox="1"/>
          <p:nvPr/>
        </p:nvSpPr>
        <p:spPr>
          <a:xfrm>
            <a:off x="5487651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559" name="2"/>
          <p:cNvSpPr txBox="1"/>
          <p:nvPr/>
        </p:nvSpPr>
        <p:spPr>
          <a:xfrm>
            <a:off x="8291763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60" name="3"/>
          <p:cNvSpPr txBox="1"/>
          <p:nvPr/>
        </p:nvSpPr>
        <p:spPr>
          <a:xfrm>
            <a:off x="13899988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561" name="7"/>
          <p:cNvSpPr txBox="1"/>
          <p:nvPr/>
        </p:nvSpPr>
        <p:spPr>
          <a:xfrm>
            <a:off x="16704101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562" name="×"/>
          <p:cNvSpPr txBox="1"/>
          <p:nvPr/>
        </p:nvSpPr>
        <p:spPr>
          <a:xfrm>
            <a:off x="6188505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563" name="8"/>
          <p:cNvSpPr txBox="1"/>
          <p:nvPr/>
        </p:nvSpPr>
        <p:spPr>
          <a:xfrm>
            <a:off x="6889707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564" name="+"/>
          <p:cNvSpPr txBox="1"/>
          <p:nvPr/>
        </p:nvSpPr>
        <p:spPr>
          <a:xfrm>
            <a:off x="7590735" y="5136824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565" name="×"/>
          <p:cNvSpPr txBox="1"/>
          <p:nvPr/>
        </p:nvSpPr>
        <p:spPr>
          <a:xfrm>
            <a:off x="8992792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566" name="8"/>
          <p:cNvSpPr txBox="1"/>
          <p:nvPr/>
        </p:nvSpPr>
        <p:spPr>
          <a:xfrm>
            <a:off x="9693819" y="5136824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567" name="+"/>
          <p:cNvSpPr txBox="1"/>
          <p:nvPr/>
        </p:nvSpPr>
        <p:spPr>
          <a:xfrm>
            <a:off x="10394848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568" name="×"/>
          <p:cNvSpPr txBox="1"/>
          <p:nvPr/>
        </p:nvSpPr>
        <p:spPr>
          <a:xfrm>
            <a:off x="11796817" y="5136824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569" name="8"/>
          <p:cNvSpPr txBox="1"/>
          <p:nvPr/>
        </p:nvSpPr>
        <p:spPr>
          <a:xfrm>
            <a:off x="12498020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570" name="+"/>
          <p:cNvSpPr txBox="1"/>
          <p:nvPr/>
        </p:nvSpPr>
        <p:spPr>
          <a:xfrm>
            <a:off x="13199047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571" name="×"/>
          <p:cNvSpPr txBox="1"/>
          <p:nvPr/>
        </p:nvSpPr>
        <p:spPr>
          <a:xfrm>
            <a:off x="14601017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572" name="8"/>
          <p:cNvSpPr txBox="1"/>
          <p:nvPr/>
        </p:nvSpPr>
        <p:spPr>
          <a:xfrm>
            <a:off x="15302219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573" name="+"/>
          <p:cNvSpPr txBox="1"/>
          <p:nvPr/>
        </p:nvSpPr>
        <p:spPr>
          <a:xfrm>
            <a:off x="16003247" y="5136824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574" name="×"/>
          <p:cNvSpPr txBox="1"/>
          <p:nvPr/>
        </p:nvSpPr>
        <p:spPr>
          <a:xfrm>
            <a:off x="17405043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575" name="8"/>
          <p:cNvSpPr txBox="1"/>
          <p:nvPr/>
        </p:nvSpPr>
        <p:spPr>
          <a:xfrm>
            <a:off x="18106245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576" name="0"/>
          <p:cNvSpPr txBox="1"/>
          <p:nvPr/>
        </p:nvSpPr>
        <p:spPr>
          <a:xfrm>
            <a:off x="18477199" y="4889951"/>
            <a:ext cx="41915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577" name="1"/>
          <p:cNvSpPr txBox="1"/>
          <p:nvPr/>
        </p:nvSpPr>
        <p:spPr>
          <a:xfrm>
            <a:off x="15636411" y="4889951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78" name="2"/>
          <p:cNvSpPr txBox="1"/>
          <p:nvPr/>
        </p:nvSpPr>
        <p:spPr>
          <a:xfrm>
            <a:off x="12795623" y="4889951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79" name="3"/>
          <p:cNvSpPr txBox="1"/>
          <p:nvPr/>
        </p:nvSpPr>
        <p:spPr>
          <a:xfrm>
            <a:off x="9954835" y="4889951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580" name="4"/>
          <p:cNvSpPr txBox="1"/>
          <p:nvPr/>
        </p:nvSpPr>
        <p:spPr>
          <a:xfrm>
            <a:off x="7297380" y="4889951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581" name="八进制转十进制"/>
          <p:cNvSpPr txBox="1"/>
          <p:nvPr/>
        </p:nvSpPr>
        <p:spPr>
          <a:xfrm>
            <a:off x="9912350" y="3170084"/>
            <a:ext cx="4559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八进制转十进制</a:t>
            </a:r>
          </a:p>
        </p:txBody>
      </p:sp>
      <p:grpSp>
        <p:nvGrpSpPr>
          <p:cNvPr id="1584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582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583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585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500"/>
                                        <p:tgtEl>
                                          <p:spTgt spid="1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500"/>
                                        <p:tgtEl>
                                          <p:spTgt spid="1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500"/>
                                        <p:tgtEl>
                                          <p:spTgt spid="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576" grpId="1"/>
      <p:bldP build="whole" bldLvl="1" animBg="1" rev="0" advAuto="0" spid="1577" grpId="2"/>
      <p:bldP build="whole" bldLvl="1" animBg="1" rev="0" advAuto="0" spid="1578" grpId="3"/>
      <p:bldP build="whole" bldLvl="1" animBg="1" rev="0" advAuto="0" spid="1579" grpId="4"/>
      <p:bldP build="whole" bldLvl="1" animBg="1" rev="0" advAuto="0" spid="1580" grpId="5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1"/>
          <p:cNvSpPr txBox="1"/>
          <p:nvPr/>
        </p:nvSpPr>
        <p:spPr>
          <a:xfrm>
            <a:off x="11095876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88" name="5"/>
          <p:cNvSpPr txBox="1"/>
          <p:nvPr/>
        </p:nvSpPr>
        <p:spPr>
          <a:xfrm>
            <a:off x="5487651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589" name="2"/>
          <p:cNvSpPr txBox="1"/>
          <p:nvPr/>
        </p:nvSpPr>
        <p:spPr>
          <a:xfrm>
            <a:off x="8291763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90" name="3"/>
          <p:cNvSpPr txBox="1"/>
          <p:nvPr/>
        </p:nvSpPr>
        <p:spPr>
          <a:xfrm>
            <a:off x="13899988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591" name="7"/>
          <p:cNvSpPr txBox="1"/>
          <p:nvPr/>
        </p:nvSpPr>
        <p:spPr>
          <a:xfrm>
            <a:off x="16704101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592" name="×"/>
          <p:cNvSpPr txBox="1"/>
          <p:nvPr/>
        </p:nvSpPr>
        <p:spPr>
          <a:xfrm>
            <a:off x="6188505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593" name="8"/>
          <p:cNvSpPr txBox="1"/>
          <p:nvPr/>
        </p:nvSpPr>
        <p:spPr>
          <a:xfrm>
            <a:off x="6889707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594" name="+"/>
          <p:cNvSpPr txBox="1"/>
          <p:nvPr/>
        </p:nvSpPr>
        <p:spPr>
          <a:xfrm>
            <a:off x="7590735" y="5136824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595" name="×"/>
          <p:cNvSpPr txBox="1"/>
          <p:nvPr/>
        </p:nvSpPr>
        <p:spPr>
          <a:xfrm>
            <a:off x="8992792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596" name="8"/>
          <p:cNvSpPr txBox="1"/>
          <p:nvPr/>
        </p:nvSpPr>
        <p:spPr>
          <a:xfrm>
            <a:off x="9693819" y="5136824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597" name="+"/>
          <p:cNvSpPr txBox="1"/>
          <p:nvPr/>
        </p:nvSpPr>
        <p:spPr>
          <a:xfrm>
            <a:off x="10394848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598" name="×"/>
          <p:cNvSpPr txBox="1"/>
          <p:nvPr/>
        </p:nvSpPr>
        <p:spPr>
          <a:xfrm>
            <a:off x="11796817" y="5136824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599" name="8"/>
          <p:cNvSpPr txBox="1"/>
          <p:nvPr/>
        </p:nvSpPr>
        <p:spPr>
          <a:xfrm>
            <a:off x="12498020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600" name="+"/>
          <p:cNvSpPr txBox="1"/>
          <p:nvPr/>
        </p:nvSpPr>
        <p:spPr>
          <a:xfrm>
            <a:off x="13199047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01" name="×"/>
          <p:cNvSpPr txBox="1"/>
          <p:nvPr/>
        </p:nvSpPr>
        <p:spPr>
          <a:xfrm>
            <a:off x="14601017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602" name="8"/>
          <p:cNvSpPr txBox="1"/>
          <p:nvPr/>
        </p:nvSpPr>
        <p:spPr>
          <a:xfrm>
            <a:off x="15302219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603" name="+"/>
          <p:cNvSpPr txBox="1"/>
          <p:nvPr/>
        </p:nvSpPr>
        <p:spPr>
          <a:xfrm>
            <a:off x="16003247" y="5136824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04" name="×"/>
          <p:cNvSpPr txBox="1"/>
          <p:nvPr/>
        </p:nvSpPr>
        <p:spPr>
          <a:xfrm>
            <a:off x="17405043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605" name="8"/>
          <p:cNvSpPr txBox="1"/>
          <p:nvPr/>
        </p:nvSpPr>
        <p:spPr>
          <a:xfrm>
            <a:off x="18106245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606" name="0"/>
          <p:cNvSpPr txBox="1"/>
          <p:nvPr/>
        </p:nvSpPr>
        <p:spPr>
          <a:xfrm>
            <a:off x="18477199" y="4889951"/>
            <a:ext cx="41915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607" name="1"/>
          <p:cNvSpPr txBox="1"/>
          <p:nvPr/>
        </p:nvSpPr>
        <p:spPr>
          <a:xfrm>
            <a:off x="15636411" y="4889951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08" name="2"/>
          <p:cNvSpPr txBox="1"/>
          <p:nvPr/>
        </p:nvSpPr>
        <p:spPr>
          <a:xfrm>
            <a:off x="12795623" y="4889951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09" name="3"/>
          <p:cNvSpPr txBox="1"/>
          <p:nvPr/>
        </p:nvSpPr>
        <p:spPr>
          <a:xfrm>
            <a:off x="9954835" y="4889951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10" name="4"/>
          <p:cNvSpPr txBox="1"/>
          <p:nvPr/>
        </p:nvSpPr>
        <p:spPr>
          <a:xfrm>
            <a:off x="7297380" y="4889951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11" name="＝"/>
          <p:cNvSpPr txBox="1"/>
          <p:nvPr/>
        </p:nvSpPr>
        <p:spPr>
          <a:xfrm>
            <a:off x="4945891" y="6079849"/>
            <a:ext cx="533469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＝</a:t>
            </a:r>
          </a:p>
        </p:txBody>
      </p:sp>
      <p:sp>
        <p:nvSpPr>
          <p:cNvPr id="1612" name="20480"/>
          <p:cNvSpPr txBox="1"/>
          <p:nvPr/>
        </p:nvSpPr>
        <p:spPr>
          <a:xfrm>
            <a:off x="6051370" y="6168749"/>
            <a:ext cx="2210142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20480</a:t>
            </a:r>
          </a:p>
        </p:txBody>
      </p:sp>
      <p:sp>
        <p:nvSpPr>
          <p:cNvPr id="1613" name="+"/>
          <p:cNvSpPr txBox="1"/>
          <p:nvPr/>
        </p:nvSpPr>
        <p:spPr>
          <a:xfrm>
            <a:off x="8835683" y="6168749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14" name="1024"/>
          <p:cNvSpPr txBox="1"/>
          <p:nvPr/>
        </p:nvSpPr>
        <p:spPr>
          <a:xfrm>
            <a:off x="9943322" y="6168749"/>
            <a:ext cx="179097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1024</a:t>
            </a:r>
          </a:p>
        </p:txBody>
      </p:sp>
      <p:sp>
        <p:nvSpPr>
          <p:cNvPr id="1615" name="+"/>
          <p:cNvSpPr txBox="1"/>
          <p:nvPr/>
        </p:nvSpPr>
        <p:spPr>
          <a:xfrm>
            <a:off x="12308466" y="6168749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16" name="64"/>
          <p:cNvSpPr txBox="1"/>
          <p:nvPr/>
        </p:nvSpPr>
        <p:spPr>
          <a:xfrm>
            <a:off x="13416106" y="6168749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617" name="+"/>
          <p:cNvSpPr txBox="1"/>
          <p:nvPr/>
        </p:nvSpPr>
        <p:spPr>
          <a:xfrm>
            <a:off x="14942914" y="6168749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18" name="24"/>
          <p:cNvSpPr txBox="1"/>
          <p:nvPr/>
        </p:nvSpPr>
        <p:spPr>
          <a:xfrm>
            <a:off x="16055561" y="6168749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1619" name="+"/>
          <p:cNvSpPr txBox="1"/>
          <p:nvPr/>
        </p:nvSpPr>
        <p:spPr>
          <a:xfrm>
            <a:off x="17587376" y="6168749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20" name="7"/>
          <p:cNvSpPr txBox="1"/>
          <p:nvPr/>
        </p:nvSpPr>
        <p:spPr>
          <a:xfrm>
            <a:off x="18695015" y="6168749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621" name="八进制转十进制"/>
          <p:cNvSpPr txBox="1"/>
          <p:nvPr/>
        </p:nvSpPr>
        <p:spPr>
          <a:xfrm>
            <a:off x="9912350" y="3170084"/>
            <a:ext cx="4559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八进制转十进制</a:t>
            </a:r>
          </a:p>
        </p:txBody>
      </p:sp>
      <p:grpSp>
        <p:nvGrpSpPr>
          <p:cNvPr id="1624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622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623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625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800">
        <p:fade/>
      </p:transition>
    </mc:Choice>
    <mc:Fallback>
      <p:transition spd="med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1"/>
          <p:cNvSpPr txBox="1"/>
          <p:nvPr/>
        </p:nvSpPr>
        <p:spPr>
          <a:xfrm>
            <a:off x="11095876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28" name="5"/>
          <p:cNvSpPr txBox="1"/>
          <p:nvPr/>
        </p:nvSpPr>
        <p:spPr>
          <a:xfrm>
            <a:off x="5487651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629" name="2"/>
          <p:cNvSpPr txBox="1"/>
          <p:nvPr/>
        </p:nvSpPr>
        <p:spPr>
          <a:xfrm>
            <a:off x="8291763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30" name="3"/>
          <p:cNvSpPr txBox="1"/>
          <p:nvPr/>
        </p:nvSpPr>
        <p:spPr>
          <a:xfrm>
            <a:off x="13899988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31" name="7"/>
          <p:cNvSpPr txBox="1"/>
          <p:nvPr/>
        </p:nvSpPr>
        <p:spPr>
          <a:xfrm>
            <a:off x="16704101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632" name="×"/>
          <p:cNvSpPr txBox="1"/>
          <p:nvPr/>
        </p:nvSpPr>
        <p:spPr>
          <a:xfrm>
            <a:off x="6188505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633" name="8"/>
          <p:cNvSpPr txBox="1"/>
          <p:nvPr/>
        </p:nvSpPr>
        <p:spPr>
          <a:xfrm>
            <a:off x="6889707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634" name="+"/>
          <p:cNvSpPr txBox="1"/>
          <p:nvPr/>
        </p:nvSpPr>
        <p:spPr>
          <a:xfrm>
            <a:off x="7590735" y="5136824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35" name="×"/>
          <p:cNvSpPr txBox="1"/>
          <p:nvPr/>
        </p:nvSpPr>
        <p:spPr>
          <a:xfrm>
            <a:off x="8992792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636" name="8"/>
          <p:cNvSpPr txBox="1"/>
          <p:nvPr/>
        </p:nvSpPr>
        <p:spPr>
          <a:xfrm>
            <a:off x="9693819" y="5136824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637" name="+"/>
          <p:cNvSpPr txBox="1"/>
          <p:nvPr/>
        </p:nvSpPr>
        <p:spPr>
          <a:xfrm>
            <a:off x="10394848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38" name="×"/>
          <p:cNvSpPr txBox="1"/>
          <p:nvPr/>
        </p:nvSpPr>
        <p:spPr>
          <a:xfrm>
            <a:off x="11796817" y="5136824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639" name="8"/>
          <p:cNvSpPr txBox="1"/>
          <p:nvPr/>
        </p:nvSpPr>
        <p:spPr>
          <a:xfrm>
            <a:off x="12498020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640" name="+"/>
          <p:cNvSpPr txBox="1"/>
          <p:nvPr/>
        </p:nvSpPr>
        <p:spPr>
          <a:xfrm>
            <a:off x="13199047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41" name="×"/>
          <p:cNvSpPr txBox="1"/>
          <p:nvPr/>
        </p:nvSpPr>
        <p:spPr>
          <a:xfrm>
            <a:off x="14601017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642" name="8"/>
          <p:cNvSpPr txBox="1"/>
          <p:nvPr/>
        </p:nvSpPr>
        <p:spPr>
          <a:xfrm>
            <a:off x="15302219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643" name="+"/>
          <p:cNvSpPr txBox="1"/>
          <p:nvPr/>
        </p:nvSpPr>
        <p:spPr>
          <a:xfrm>
            <a:off x="16003247" y="5136824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44" name="×"/>
          <p:cNvSpPr txBox="1"/>
          <p:nvPr/>
        </p:nvSpPr>
        <p:spPr>
          <a:xfrm>
            <a:off x="17405043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645" name="8"/>
          <p:cNvSpPr txBox="1"/>
          <p:nvPr/>
        </p:nvSpPr>
        <p:spPr>
          <a:xfrm>
            <a:off x="18106245" y="5136824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646" name="0"/>
          <p:cNvSpPr txBox="1"/>
          <p:nvPr/>
        </p:nvSpPr>
        <p:spPr>
          <a:xfrm>
            <a:off x="18477199" y="4889951"/>
            <a:ext cx="41915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647" name="1"/>
          <p:cNvSpPr txBox="1"/>
          <p:nvPr/>
        </p:nvSpPr>
        <p:spPr>
          <a:xfrm>
            <a:off x="15636411" y="4889951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48" name="2"/>
          <p:cNvSpPr txBox="1"/>
          <p:nvPr/>
        </p:nvSpPr>
        <p:spPr>
          <a:xfrm>
            <a:off x="12795623" y="4889951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49" name="3"/>
          <p:cNvSpPr txBox="1"/>
          <p:nvPr/>
        </p:nvSpPr>
        <p:spPr>
          <a:xfrm>
            <a:off x="9954835" y="4889951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50" name="4"/>
          <p:cNvSpPr txBox="1"/>
          <p:nvPr/>
        </p:nvSpPr>
        <p:spPr>
          <a:xfrm>
            <a:off x="7297380" y="4889951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51" name="＝"/>
          <p:cNvSpPr txBox="1"/>
          <p:nvPr/>
        </p:nvSpPr>
        <p:spPr>
          <a:xfrm>
            <a:off x="4945891" y="6079849"/>
            <a:ext cx="533469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＝</a:t>
            </a:r>
          </a:p>
        </p:txBody>
      </p:sp>
      <p:sp>
        <p:nvSpPr>
          <p:cNvPr id="1652" name="20480"/>
          <p:cNvSpPr txBox="1"/>
          <p:nvPr/>
        </p:nvSpPr>
        <p:spPr>
          <a:xfrm>
            <a:off x="6051370" y="6168749"/>
            <a:ext cx="2210142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20480</a:t>
            </a:r>
          </a:p>
        </p:txBody>
      </p:sp>
      <p:sp>
        <p:nvSpPr>
          <p:cNvPr id="1653" name="+"/>
          <p:cNvSpPr txBox="1"/>
          <p:nvPr/>
        </p:nvSpPr>
        <p:spPr>
          <a:xfrm>
            <a:off x="8835683" y="6168749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54" name="1024"/>
          <p:cNvSpPr txBox="1"/>
          <p:nvPr/>
        </p:nvSpPr>
        <p:spPr>
          <a:xfrm>
            <a:off x="9943322" y="6168749"/>
            <a:ext cx="179097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1024</a:t>
            </a:r>
          </a:p>
        </p:txBody>
      </p:sp>
      <p:sp>
        <p:nvSpPr>
          <p:cNvPr id="1655" name="+"/>
          <p:cNvSpPr txBox="1"/>
          <p:nvPr/>
        </p:nvSpPr>
        <p:spPr>
          <a:xfrm>
            <a:off x="12308466" y="6168749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56" name="64"/>
          <p:cNvSpPr txBox="1"/>
          <p:nvPr/>
        </p:nvSpPr>
        <p:spPr>
          <a:xfrm>
            <a:off x="13416106" y="6168749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657" name="+"/>
          <p:cNvSpPr txBox="1"/>
          <p:nvPr/>
        </p:nvSpPr>
        <p:spPr>
          <a:xfrm>
            <a:off x="14942914" y="6168749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58" name="24"/>
          <p:cNvSpPr txBox="1"/>
          <p:nvPr/>
        </p:nvSpPr>
        <p:spPr>
          <a:xfrm>
            <a:off x="16055561" y="6168749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1659" name="+"/>
          <p:cNvSpPr txBox="1"/>
          <p:nvPr/>
        </p:nvSpPr>
        <p:spPr>
          <a:xfrm>
            <a:off x="17587376" y="6168749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60" name="7"/>
          <p:cNvSpPr txBox="1"/>
          <p:nvPr/>
        </p:nvSpPr>
        <p:spPr>
          <a:xfrm>
            <a:off x="18695015" y="6168749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661" name="＝"/>
          <p:cNvSpPr txBox="1"/>
          <p:nvPr/>
        </p:nvSpPr>
        <p:spPr>
          <a:xfrm>
            <a:off x="4945891" y="7334249"/>
            <a:ext cx="533469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＝</a:t>
            </a:r>
          </a:p>
        </p:txBody>
      </p:sp>
      <p:sp>
        <p:nvSpPr>
          <p:cNvPr id="1662" name="21599"/>
          <p:cNvSpPr txBox="1"/>
          <p:nvPr/>
        </p:nvSpPr>
        <p:spPr>
          <a:xfrm>
            <a:off x="6051370" y="7423150"/>
            <a:ext cx="2210142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21599</a:t>
            </a:r>
          </a:p>
        </p:txBody>
      </p:sp>
      <p:sp>
        <p:nvSpPr>
          <p:cNvPr id="1663" name="八进制转十进制"/>
          <p:cNvSpPr txBox="1"/>
          <p:nvPr/>
        </p:nvSpPr>
        <p:spPr>
          <a:xfrm>
            <a:off x="9912350" y="3170084"/>
            <a:ext cx="4559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八进制转十进制</a:t>
            </a:r>
          </a:p>
        </p:txBody>
      </p:sp>
      <p:grpSp>
        <p:nvGrpSpPr>
          <p:cNvPr id="1666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664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665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667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十六进制转十进制"/>
          <p:cNvSpPr txBox="1"/>
          <p:nvPr/>
        </p:nvSpPr>
        <p:spPr>
          <a:xfrm>
            <a:off x="9594849" y="3170084"/>
            <a:ext cx="519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十六进制转十进制</a:t>
            </a:r>
          </a:p>
        </p:txBody>
      </p:sp>
      <p:grpSp>
        <p:nvGrpSpPr>
          <p:cNvPr id="167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67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67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673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4"/>
          <p:cNvSpPr txBox="1"/>
          <p:nvPr/>
        </p:nvSpPr>
        <p:spPr>
          <a:xfrm>
            <a:off x="12431483" y="518842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76" name="5"/>
          <p:cNvSpPr txBox="1"/>
          <p:nvPr/>
        </p:nvSpPr>
        <p:spPr>
          <a:xfrm>
            <a:off x="10406614" y="518842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677" name="a"/>
          <p:cNvSpPr txBox="1"/>
          <p:nvPr/>
        </p:nvSpPr>
        <p:spPr>
          <a:xfrm>
            <a:off x="11419048" y="518842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678" name="e"/>
          <p:cNvSpPr txBox="1"/>
          <p:nvPr/>
        </p:nvSpPr>
        <p:spPr>
          <a:xfrm>
            <a:off x="13443917" y="5188421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1679" name="十六进制转十进制"/>
          <p:cNvSpPr txBox="1"/>
          <p:nvPr/>
        </p:nvSpPr>
        <p:spPr>
          <a:xfrm>
            <a:off x="9594849" y="3170084"/>
            <a:ext cx="519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十六进制转十进制</a:t>
            </a:r>
          </a:p>
        </p:txBody>
      </p:sp>
      <p:grpSp>
        <p:nvGrpSpPr>
          <p:cNvPr id="168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68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68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683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800">
        <p:fade/>
      </p:transition>
    </mc:Choice>
    <mc:Fallback>
      <p:transition spd="med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4"/>
          <p:cNvSpPr txBox="1"/>
          <p:nvPr/>
        </p:nvSpPr>
        <p:spPr>
          <a:xfrm>
            <a:off x="12560491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86" name="5"/>
          <p:cNvSpPr txBox="1"/>
          <p:nvPr/>
        </p:nvSpPr>
        <p:spPr>
          <a:xfrm>
            <a:off x="4963230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687" name="a"/>
          <p:cNvSpPr txBox="1"/>
          <p:nvPr/>
        </p:nvSpPr>
        <p:spPr>
          <a:xfrm>
            <a:off x="8761861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688" name="e"/>
          <p:cNvSpPr txBox="1"/>
          <p:nvPr/>
        </p:nvSpPr>
        <p:spPr>
          <a:xfrm>
            <a:off x="16359120" y="524001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1689" name="十六进制转十进制"/>
          <p:cNvSpPr txBox="1"/>
          <p:nvPr/>
        </p:nvSpPr>
        <p:spPr>
          <a:xfrm>
            <a:off x="9594849" y="3170084"/>
            <a:ext cx="519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十六进制转十进制</a:t>
            </a:r>
          </a:p>
        </p:txBody>
      </p:sp>
      <p:grpSp>
        <p:nvGrpSpPr>
          <p:cNvPr id="169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69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69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693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4"/>
          <p:cNvSpPr txBox="1"/>
          <p:nvPr/>
        </p:nvSpPr>
        <p:spPr>
          <a:xfrm>
            <a:off x="12560491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96" name="5"/>
          <p:cNvSpPr txBox="1"/>
          <p:nvPr/>
        </p:nvSpPr>
        <p:spPr>
          <a:xfrm>
            <a:off x="4963230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697" name="a"/>
          <p:cNvSpPr txBox="1"/>
          <p:nvPr/>
        </p:nvSpPr>
        <p:spPr>
          <a:xfrm>
            <a:off x="8761861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698" name="e"/>
          <p:cNvSpPr txBox="1"/>
          <p:nvPr/>
        </p:nvSpPr>
        <p:spPr>
          <a:xfrm>
            <a:off x="16359120" y="524001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1699" name="×"/>
          <p:cNvSpPr txBox="1"/>
          <p:nvPr/>
        </p:nvSpPr>
        <p:spPr>
          <a:xfrm>
            <a:off x="5844063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00" name="16"/>
          <p:cNvSpPr txBox="1"/>
          <p:nvPr/>
        </p:nvSpPr>
        <p:spPr>
          <a:xfrm>
            <a:off x="6652962" y="5240017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701" name="×"/>
          <p:cNvSpPr txBox="1"/>
          <p:nvPr/>
        </p:nvSpPr>
        <p:spPr>
          <a:xfrm>
            <a:off x="9642693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02" name="16"/>
          <p:cNvSpPr txBox="1"/>
          <p:nvPr/>
        </p:nvSpPr>
        <p:spPr>
          <a:xfrm>
            <a:off x="10451592" y="5240017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703" name="×"/>
          <p:cNvSpPr txBox="1"/>
          <p:nvPr/>
        </p:nvSpPr>
        <p:spPr>
          <a:xfrm>
            <a:off x="13441323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04" name="16"/>
          <p:cNvSpPr txBox="1"/>
          <p:nvPr/>
        </p:nvSpPr>
        <p:spPr>
          <a:xfrm>
            <a:off x="14250223" y="5240017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705" name="×"/>
          <p:cNvSpPr txBox="1"/>
          <p:nvPr/>
        </p:nvSpPr>
        <p:spPr>
          <a:xfrm>
            <a:off x="17239953" y="524001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06" name="16"/>
          <p:cNvSpPr txBox="1"/>
          <p:nvPr/>
        </p:nvSpPr>
        <p:spPr>
          <a:xfrm>
            <a:off x="18048851" y="5240017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707" name="十六进制转十进制"/>
          <p:cNvSpPr txBox="1"/>
          <p:nvPr/>
        </p:nvSpPr>
        <p:spPr>
          <a:xfrm>
            <a:off x="9594849" y="3170084"/>
            <a:ext cx="519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十六进制转十进制</a:t>
            </a:r>
          </a:p>
        </p:txBody>
      </p:sp>
      <p:grpSp>
        <p:nvGrpSpPr>
          <p:cNvPr id="1710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70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70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711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800">
        <p:fade/>
      </p:transition>
    </mc:Choice>
    <mc:Fallback>
      <p:transition spd="med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4"/>
          <p:cNvSpPr txBox="1"/>
          <p:nvPr/>
        </p:nvSpPr>
        <p:spPr>
          <a:xfrm>
            <a:off x="12560491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714" name="5"/>
          <p:cNvSpPr txBox="1"/>
          <p:nvPr/>
        </p:nvSpPr>
        <p:spPr>
          <a:xfrm>
            <a:off x="4963230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715" name="a"/>
          <p:cNvSpPr txBox="1"/>
          <p:nvPr/>
        </p:nvSpPr>
        <p:spPr>
          <a:xfrm>
            <a:off x="8761861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716" name="e"/>
          <p:cNvSpPr txBox="1"/>
          <p:nvPr/>
        </p:nvSpPr>
        <p:spPr>
          <a:xfrm>
            <a:off x="16359120" y="524001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1717" name="×"/>
          <p:cNvSpPr txBox="1"/>
          <p:nvPr/>
        </p:nvSpPr>
        <p:spPr>
          <a:xfrm>
            <a:off x="5844063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18" name="16"/>
          <p:cNvSpPr txBox="1"/>
          <p:nvPr/>
        </p:nvSpPr>
        <p:spPr>
          <a:xfrm>
            <a:off x="6652962" y="5240017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719" name="+"/>
          <p:cNvSpPr txBox="1"/>
          <p:nvPr/>
        </p:nvSpPr>
        <p:spPr>
          <a:xfrm>
            <a:off x="7881028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720" name="0"/>
          <p:cNvSpPr txBox="1"/>
          <p:nvPr/>
        </p:nvSpPr>
        <p:spPr>
          <a:xfrm>
            <a:off x="19001620" y="4889951"/>
            <a:ext cx="41915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721" name="1"/>
          <p:cNvSpPr txBox="1"/>
          <p:nvPr/>
        </p:nvSpPr>
        <p:spPr>
          <a:xfrm>
            <a:off x="14957381" y="4889951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22" name="2"/>
          <p:cNvSpPr txBox="1"/>
          <p:nvPr/>
        </p:nvSpPr>
        <p:spPr>
          <a:xfrm>
            <a:off x="11332368" y="4889951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723" name="3"/>
          <p:cNvSpPr txBox="1"/>
          <p:nvPr/>
        </p:nvSpPr>
        <p:spPr>
          <a:xfrm>
            <a:off x="7360121" y="4889951"/>
            <a:ext cx="41915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724" name="×"/>
          <p:cNvSpPr txBox="1"/>
          <p:nvPr/>
        </p:nvSpPr>
        <p:spPr>
          <a:xfrm>
            <a:off x="9642693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25" name="16"/>
          <p:cNvSpPr txBox="1"/>
          <p:nvPr/>
        </p:nvSpPr>
        <p:spPr>
          <a:xfrm>
            <a:off x="10451592" y="5240017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726" name="+"/>
          <p:cNvSpPr txBox="1"/>
          <p:nvPr/>
        </p:nvSpPr>
        <p:spPr>
          <a:xfrm>
            <a:off x="11679658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727" name="×"/>
          <p:cNvSpPr txBox="1"/>
          <p:nvPr/>
        </p:nvSpPr>
        <p:spPr>
          <a:xfrm>
            <a:off x="13441323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28" name="16"/>
          <p:cNvSpPr txBox="1"/>
          <p:nvPr/>
        </p:nvSpPr>
        <p:spPr>
          <a:xfrm>
            <a:off x="14250223" y="5240017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729" name="+"/>
          <p:cNvSpPr txBox="1"/>
          <p:nvPr/>
        </p:nvSpPr>
        <p:spPr>
          <a:xfrm>
            <a:off x="15478289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730" name="×"/>
          <p:cNvSpPr txBox="1"/>
          <p:nvPr/>
        </p:nvSpPr>
        <p:spPr>
          <a:xfrm>
            <a:off x="17239953" y="524001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31" name="16"/>
          <p:cNvSpPr txBox="1"/>
          <p:nvPr/>
        </p:nvSpPr>
        <p:spPr>
          <a:xfrm>
            <a:off x="18048851" y="5240017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732" name="十六进制转十进制"/>
          <p:cNvSpPr txBox="1"/>
          <p:nvPr/>
        </p:nvSpPr>
        <p:spPr>
          <a:xfrm>
            <a:off x="9594849" y="3170084"/>
            <a:ext cx="519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十六进制转十进制</a:t>
            </a:r>
          </a:p>
        </p:txBody>
      </p:sp>
      <p:grpSp>
        <p:nvGrpSpPr>
          <p:cNvPr id="1735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73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73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736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8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1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1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500"/>
                                        <p:tgtEl>
                                          <p:spTgt spid="1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500"/>
                                        <p:tgtEl>
                                          <p:spTgt spid="1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21" grpId="2"/>
      <p:bldP build="whole" bldLvl="1" animBg="1" rev="0" advAuto="0" spid="1723" grpId="4"/>
      <p:bldP build="whole" bldLvl="1" animBg="1" rev="0" advAuto="0" spid="1720" grpId="1"/>
      <p:bldP build="whole" bldLvl="1" animBg="1" rev="0" advAuto="0" spid="1722" grpId="3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4"/>
          <p:cNvSpPr txBox="1"/>
          <p:nvPr/>
        </p:nvSpPr>
        <p:spPr>
          <a:xfrm>
            <a:off x="12560491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739" name="5"/>
          <p:cNvSpPr txBox="1"/>
          <p:nvPr/>
        </p:nvSpPr>
        <p:spPr>
          <a:xfrm>
            <a:off x="4963230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740" name="a"/>
          <p:cNvSpPr txBox="1"/>
          <p:nvPr/>
        </p:nvSpPr>
        <p:spPr>
          <a:xfrm>
            <a:off x="8761861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741" name="e"/>
          <p:cNvSpPr txBox="1"/>
          <p:nvPr/>
        </p:nvSpPr>
        <p:spPr>
          <a:xfrm>
            <a:off x="16359120" y="524001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1742" name="×"/>
          <p:cNvSpPr txBox="1"/>
          <p:nvPr/>
        </p:nvSpPr>
        <p:spPr>
          <a:xfrm>
            <a:off x="5844063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3" name="16"/>
          <p:cNvSpPr txBox="1"/>
          <p:nvPr/>
        </p:nvSpPr>
        <p:spPr>
          <a:xfrm>
            <a:off x="6652962" y="5240017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744" name="+"/>
          <p:cNvSpPr txBox="1"/>
          <p:nvPr/>
        </p:nvSpPr>
        <p:spPr>
          <a:xfrm>
            <a:off x="7881028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745" name="0"/>
          <p:cNvSpPr txBox="1"/>
          <p:nvPr/>
        </p:nvSpPr>
        <p:spPr>
          <a:xfrm>
            <a:off x="19001620" y="4889951"/>
            <a:ext cx="41915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746" name="1"/>
          <p:cNvSpPr txBox="1"/>
          <p:nvPr/>
        </p:nvSpPr>
        <p:spPr>
          <a:xfrm>
            <a:off x="14957381" y="4889951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47" name="2"/>
          <p:cNvSpPr txBox="1"/>
          <p:nvPr/>
        </p:nvSpPr>
        <p:spPr>
          <a:xfrm>
            <a:off x="11332368" y="4889951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748" name="3"/>
          <p:cNvSpPr txBox="1"/>
          <p:nvPr/>
        </p:nvSpPr>
        <p:spPr>
          <a:xfrm>
            <a:off x="7360121" y="4889951"/>
            <a:ext cx="41915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749" name="×"/>
          <p:cNvSpPr txBox="1"/>
          <p:nvPr/>
        </p:nvSpPr>
        <p:spPr>
          <a:xfrm>
            <a:off x="9642693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0" name="16"/>
          <p:cNvSpPr txBox="1"/>
          <p:nvPr/>
        </p:nvSpPr>
        <p:spPr>
          <a:xfrm>
            <a:off x="10451592" y="5240017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751" name="+"/>
          <p:cNvSpPr txBox="1"/>
          <p:nvPr/>
        </p:nvSpPr>
        <p:spPr>
          <a:xfrm>
            <a:off x="11679658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752" name="×"/>
          <p:cNvSpPr txBox="1"/>
          <p:nvPr/>
        </p:nvSpPr>
        <p:spPr>
          <a:xfrm>
            <a:off x="13441323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3" name="16"/>
          <p:cNvSpPr txBox="1"/>
          <p:nvPr/>
        </p:nvSpPr>
        <p:spPr>
          <a:xfrm>
            <a:off x="14250223" y="5240017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754" name="+"/>
          <p:cNvSpPr txBox="1"/>
          <p:nvPr/>
        </p:nvSpPr>
        <p:spPr>
          <a:xfrm>
            <a:off x="15478289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755" name="×"/>
          <p:cNvSpPr txBox="1"/>
          <p:nvPr/>
        </p:nvSpPr>
        <p:spPr>
          <a:xfrm>
            <a:off x="17239953" y="524001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6" name="16"/>
          <p:cNvSpPr txBox="1"/>
          <p:nvPr/>
        </p:nvSpPr>
        <p:spPr>
          <a:xfrm>
            <a:off x="18048851" y="5240017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757" name="＝"/>
          <p:cNvSpPr txBox="1"/>
          <p:nvPr/>
        </p:nvSpPr>
        <p:spPr>
          <a:xfrm>
            <a:off x="4344075" y="6318249"/>
            <a:ext cx="533470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＝</a:t>
            </a:r>
          </a:p>
        </p:txBody>
      </p:sp>
      <p:sp>
        <p:nvSpPr>
          <p:cNvPr id="1758" name="+"/>
          <p:cNvSpPr txBox="1"/>
          <p:nvPr/>
        </p:nvSpPr>
        <p:spPr>
          <a:xfrm>
            <a:off x="9162734" y="6407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759" name="5"/>
          <p:cNvSpPr txBox="1"/>
          <p:nvPr/>
        </p:nvSpPr>
        <p:spPr>
          <a:xfrm>
            <a:off x="5262730" y="6407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760" name="×"/>
          <p:cNvSpPr txBox="1"/>
          <p:nvPr/>
        </p:nvSpPr>
        <p:spPr>
          <a:xfrm>
            <a:off x="6143563" y="6407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61" name="4096"/>
          <p:cNvSpPr txBox="1"/>
          <p:nvPr/>
        </p:nvSpPr>
        <p:spPr>
          <a:xfrm>
            <a:off x="7024396" y="6407150"/>
            <a:ext cx="179097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4096</a:t>
            </a:r>
          </a:p>
        </p:txBody>
      </p:sp>
      <p:sp>
        <p:nvSpPr>
          <p:cNvPr id="1762" name="10"/>
          <p:cNvSpPr txBox="1"/>
          <p:nvPr/>
        </p:nvSpPr>
        <p:spPr>
          <a:xfrm>
            <a:off x="10047077" y="640715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763" name="×"/>
          <p:cNvSpPr txBox="1"/>
          <p:nvPr/>
        </p:nvSpPr>
        <p:spPr>
          <a:xfrm>
            <a:off x="11350588" y="6407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64" name="256"/>
          <p:cNvSpPr txBox="1"/>
          <p:nvPr/>
        </p:nvSpPr>
        <p:spPr>
          <a:xfrm>
            <a:off x="12231421" y="6407150"/>
            <a:ext cx="137180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256</a:t>
            </a:r>
          </a:p>
        </p:txBody>
      </p:sp>
      <p:sp>
        <p:nvSpPr>
          <p:cNvPr id="1765" name="+"/>
          <p:cNvSpPr txBox="1"/>
          <p:nvPr/>
        </p:nvSpPr>
        <p:spPr>
          <a:xfrm>
            <a:off x="13950591" y="6407150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766" name="4"/>
          <p:cNvSpPr txBox="1"/>
          <p:nvPr/>
        </p:nvSpPr>
        <p:spPr>
          <a:xfrm>
            <a:off x="14831424" y="6407150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767" name="×"/>
          <p:cNvSpPr txBox="1"/>
          <p:nvPr/>
        </p:nvSpPr>
        <p:spPr>
          <a:xfrm>
            <a:off x="15712257" y="6407150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68" name="16"/>
          <p:cNvSpPr txBox="1"/>
          <p:nvPr/>
        </p:nvSpPr>
        <p:spPr>
          <a:xfrm>
            <a:off x="16593091" y="640715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769" name="+"/>
          <p:cNvSpPr txBox="1"/>
          <p:nvPr/>
        </p:nvSpPr>
        <p:spPr>
          <a:xfrm>
            <a:off x="17893092" y="6407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770" name="14"/>
          <p:cNvSpPr txBox="1"/>
          <p:nvPr/>
        </p:nvSpPr>
        <p:spPr>
          <a:xfrm>
            <a:off x="18773925" y="640715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1771" name="×"/>
          <p:cNvSpPr txBox="1"/>
          <p:nvPr/>
        </p:nvSpPr>
        <p:spPr>
          <a:xfrm>
            <a:off x="20073926" y="6407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72" name="1"/>
          <p:cNvSpPr txBox="1"/>
          <p:nvPr/>
        </p:nvSpPr>
        <p:spPr>
          <a:xfrm>
            <a:off x="20954758" y="6407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73" name="十六进制转十进制"/>
          <p:cNvSpPr txBox="1"/>
          <p:nvPr/>
        </p:nvSpPr>
        <p:spPr>
          <a:xfrm>
            <a:off x="9594849" y="3170084"/>
            <a:ext cx="519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十六进制转十进制</a:t>
            </a:r>
          </a:p>
        </p:txBody>
      </p:sp>
      <p:grpSp>
        <p:nvGrpSpPr>
          <p:cNvPr id="1776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774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775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777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800">
        <p:fade/>
      </p:transition>
    </mc:Choice>
    <mc:Fallback>
      <p:transition spd="med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4"/>
          <p:cNvSpPr txBox="1"/>
          <p:nvPr/>
        </p:nvSpPr>
        <p:spPr>
          <a:xfrm>
            <a:off x="12560491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780" name="5"/>
          <p:cNvSpPr txBox="1"/>
          <p:nvPr/>
        </p:nvSpPr>
        <p:spPr>
          <a:xfrm>
            <a:off x="4963230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781" name="a"/>
          <p:cNvSpPr txBox="1"/>
          <p:nvPr/>
        </p:nvSpPr>
        <p:spPr>
          <a:xfrm>
            <a:off x="8761861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782" name="e"/>
          <p:cNvSpPr txBox="1"/>
          <p:nvPr/>
        </p:nvSpPr>
        <p:spPr>
          <a:xfrm>
            <a:off x="16359120" y="524001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1783" name="×"/>
          <p:cNvSpPr txBox="1"/>
          <p:nvPr/>
        </p:nvSpPr>
        <p:spPr>
          <a:xfrm>
            <a:off x="5844063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84" name="16"/>
          <p:cNvSpPr txBox="1"/>
          <p:nvPr/>
        </p:nvSpPr>
        <p:spPr>
          <a:xfrm>
            <a:off x="6652962" y="5240017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785" name="+"/>
          <p:cNvSpPr txBox="1"/>
          <p:nvPr/>
        </p:nvSpPr>
        <p:spPr>
          <a:xfrm>
            <a:off x="7881028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786" name="0"/>
          <p:cNvSpPr txBox="1"/>
          <p:nvPr/>
        </p:nvSpPr>
        <p:spPr>
          <a:xfrm>
            <a:off x="19001620" y="4889951"/>
            <a:ext cx="41915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787" name="1"/>
          <p:cNvSpPr txBox="1"/>
          <p:nvPr/>
        </p:nvSpPr>
        <p:spPr>
          <a:xfrm>
            <a:off x="14957381" y="4889951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88" name="2"/>
          <p:cNvSpPr txBox="1"/>
          <p:nvPr/>
        </p:nvSpPr>
        <p:spPr>
          <a:xfrm>
            <a:off x="11332368" y="4889951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789" name="3"/>
          <p:cNvSpPr txBox="1"/>
          <p:nvPr/>
        </p:nvSpPr>
        <p:spPr>
          <a:xfrm>
            <a:off x="7360121" y="4889951"/>
            <a:ext cx="41915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790" name="×"/>
          <p:cNvSpPr txBox="1"/>
          <p:nvPr/>
        </p:nvSpPr>
        <p:spPr>
          <a:xfrm>
            <a:off x="9642693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91" name="16"/>
          <p:cNvSpPr txBox="1"/>
          <p:nvPr/>
        </p:nvSpPr>
        <p:spPr>
          <a:xfrm>
            <a:off x="10451592" y="5240017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792" name="+"/>
          <p:cNvSpPr txBox="1"/>
          <p:nvPr/>
        </p:nvSpPr>
        <p:spPr>
          <a:xfrm>
            <a:off x="11679658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793" name="×"/>
          <p:cNvSpPr txBox="1"/>
          <p:nvPr/>
        </p:nvSpPr>
        <p:spPr>
          <a:xfrm>
            <a:off x="13441323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94" name="16"/>
          <p:cNvSpPr txBox="1"/>
          <p:nvPr/>
        </p:nvSpPr>
        <p:spPr>
          <a:xfrm>
            <a:off x="14250223" y="5240017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795" name="+"/>
          <p:cNvSpPr txBox="1"/>
          <p:nvPr/>
        </p:nvSpPr>
        <p:spPr>
          <a:xfrm>
            <a:off x="15478289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796" name="×"/>
          <p:cNvSpPr txBox="1"/>
          <p:nvPr/>
        </p:nvSpPr>
        <p:spPr>
          <a:xfrm>
            <a:off x="17239953" y="524001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97" name="16"/>
          <p:cNvSpPr txBox="1"/>
          <p:nvPr/>
        </p:nvSpPr>
        <p:spPr>
          <a:xfrm>
            <a:off x="18048851" y="5240017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798" name="＝"/>
          <p:cNvSpPr txBox="1"/>
          <p:nvPr/>
        </p:nvSpPr>
        <p:spPr>
          <a:xfrm>
            <a:off x="4344075" y="6318249"/>
            <a:ext cx="533470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＝</a:t>
            </a:r>
          </a:p>
        </p:txBody>
      </p:sp>
      <p:sp>
        <p:nvSpPr>
          <p:cNvPr id="1799" name="+"/>
          <p:cNvSpPr txBox="1"/>
          <p:nvPr/>
        </p:nvSpPr>
        <p:spPr>
          <a:xfrm>
            <a:off x="9162734" y="6407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00" name="5"/>
          <p:cNvSpPr txBox="1"/>
          <p:nvPr/>
        </p:nvSpPr>
        <p:spPr>
          <a:xfrm>
            <a:off x="5262730" y="6407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801" name="×"/>
          <p:cNvSpPr txBox="1"/>
          <p:nvPr/>
        </p:nvSpPr>
        <p:spPr>
          <a:xfrm>
            <a:off x="6143563" y="6407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02" name="4096"/>
          <p:cNvSpPr txBox="1"/>
          <p:nvPr/>
        </p:nvSpPr>
        <p:spPr>
          <a:xfrm>
            <a:off x="7024396" y="6407150"/>
            <a:ext cx="179097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4096</a:t>
            </a:r>
          </a:p>
        </p:txBody>
      </p:sp>
      <p:sp>
        <p:nvSpPr>
          <p:cNvPr id="1803" name="10"/>
          <p:cNvSpPr txBox="1"/>
          <p:nvPr/>
        </p:nvSpPr>
        <p:spPr>
          <a:xfrm>
            <a:off x="10047077" y="640715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804" name="×"/>
          <p:cNvSpPr txBox="1"/>
          <p:nvPr/>
        </p:nvSpPr>
        <p:spPr>
          <a:xfrm>
            <a:off x="11350588" y="6407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05" name="256"/>
          <p:cNvSpPr txBox="1"/>
          <p:nvPr/>
        </p:nvSpPr>
        <p:spPr>
          <a:xfrm>
            <a:off x="12231421" y="6407150"/>
            <a:ext cx="137180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256</a:t>
            </a:r>
          </a:p>
        </p:txBody>
      </p:sp>
      <p:sp>
        <p:nvSpPr>
          <p:cNvPr id="1806" name="+"/>
          <p:cNvSpPr txBox="1"/>
          <p:nvPr/>
        </p:nvSpPr>
        <p:spPr>
          <a:xfrm>
            <a:off x="13950591" y="6407150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07" name="4"/>
          <p:cNvSpPr txBox="1"/>
          <p:nvPr/>
        </p:nvSpPr>
        <p:spPr>
          <a:xfrm>
            <a:off x="14831424" y="6407150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808" name="×"/>
          <p:cNvSpPr txBox="1"/>
          <p:nvPr/>
        </p:nvSpPr>
        <p:spPr>
          <a:xfrm>
            <a:off x="15712257" y="6407150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09" name="16"/>
          <p:cNvSpPr txBox="1"/>
          <p:nvPr/>
        </p:nvSpPr>
        <p:spPr>
          <a:xfrm>
            <a:off x="16593091" y="640715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810" name="+"/>
          <p:cNvSpPr txBox="1"/>
          <p:nvPr/>
        </p:nvSpPr>
        <p:spPr>
          <a:xfrm>
            <a:off x="17893092" y="6407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11" name="14"/>
          <p:cNvSpPr txBox="1"/>
          <p:nvPr/>
        </p:nvSpPr>
        <p:spPr>
          <a:xfrm>
            <a:off x="18773925" y="640715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1812" name="×"/>
          <p:cNvSpPr txBox="1"/>
          <p:nvPr/>
        </p:nvSpPr>
        <p:spPr>
          <a:xfrm>
            <a:off x="20073926" y="6407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13" name="1"/>
          <p:cNvSpPr txBox="1"/>
          <p:nvPr/>
        </p:nvSpPr>
        <p:spPr>
          <a:xfrm>
            <a:off x="20954758" y="6407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814" name="＝"/>
          <p:cNvSpPr txBox="1"/>
          <p:nvPr/>
        </p:nvSpPr>
        <p:spPr>
          <a:xfrm>
            <a:off x="4344075" y="7334249"/>
            <a:ext cx="533470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＝</a:t>
            </a:r>
          </a:p>
        </p:txBody>
      </p:sp>
      <p:sp>
        <p:nvSpPr>
          <p:cNvPr id="1815" name="20480"/>
          <p:cNvSpPr txBox="1"/>
          <p:nvPr/>
        </p:nvSpPr>
        <p:spPr>
          <a:xfrm>
            <a:off x="5305226" y="7423150"/>
            <a:ext cx="2210142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20480</a:t>
            </a:r>
          </a:p>
        </p:txBody>
      </p:sp>
      <p:sp>
        <p:nvSpPr>
          <p:cNvPr id="1816" name="+"/>
          <p:cNvSpPr txBox="1"/>
          <p:nvPr/>
        </p:nvSpPr>
        <p:spPr>
          <a:xfrm>
            <a:off x="7941556" y="7423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17" name="2560"/>
          <p:cNvSpPr txBox="1"/>
          <p:nvPr/>
        </p:nvSpPr>
        <p:spPr>
          <a:xfrm>
            <a:off x="8902707" y="7423150"/>
            <a:ext cx="179097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2560</a:t>
            </a:r>
          </a:p>
        </p:txBody>
      </p:sp>
      <p:sp>
        <p:nvSpPr>
          <p:cNvPr id="1818" name="+"/>
          <p:cNvSpPr txBox="1"/>
          <p:nvPr/>
        </p:nvSpPr>
        <p:spPr>
          <a:xfrm>
            <a:off x="11121363" y="7423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19" name="64"/>
          <p:cNvSpPr txBox="1"/>
          <p:nvPr/>
        </p:nvSpPr>
        <p:spPr>
          <a:xfrm>
            <a:off x="12081019" y="7423150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820" name="+"/>
          <p:cNvSpPr txBox="1"/>
          <p:nvPr/>
        </p:nvSpPr>
        <p:spPr>
          <a:xfrm>
            <a:off x="13459845" y="7423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21" name="14"/>
          <p:cNvSpPr txBox="1"/>
          <p:nvPr/>
        </p:nvSpPr>
        <p:spPr>
          <a:xfrm>
            <a:off x="14419501" y="742315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1822" name="十六进制转十进制"/>
          <p:cNvSpPr txBox="1"/>
          <p:nvPr/>
        </p:nvSpPr>
        <p:spPr>
          <a:xfrm>
            <a:off x="9594849" y="3170084"/>
            <a:ext cx="519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十六进制转十进制</a:t>
            </a:r>
          </a:p>
        </p:txBody>
      </p:sp>
      <p:grpSp>
        <p:nvGrpSpPr>
          <p:cNvPr id="1825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82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82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826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800">
        <p:fade/>
      </p:transition>
    </mc:Choice>
    <mc:Fallback>
      <p:transition spd="med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4"/>
          <p:cNvSpPr txBox="1"/>
          <p:nvPr/>
        </p:nvSpPr>
        <p:spPr>
          <a:xfrm>
            <a:off x="12560491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829" name="5"/>
          <p:cNvSpPr txBox="1"/>
          <p:nvPr/>
        </p:nvSpPr>
        <p:spPr>
          <a:xfrm>
            <a:off x="4963230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830" name="a"/>
          <p:cNvSpPr txBox="1"/>
          <p:nvPr/>
        </p:nvSpPr>
        <p:spPr>
          <a:xfrm>
            <a:off x="8761861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831" name="e"/>
          <p:cNvSpPr txBox="1"/>
          <p:nvPr/>
        </p:nvSpPr>
        <p:spPr>
          <a:xfrm>
            <a:off x="16359120" y="524001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1832" name="×"/>
          <p:cNvSpPr txBox="1"/>
          <p:nvPr/>
        </p:nvSpPr>
        <p:spPr>
          <a:xfrm>
            <a:off x="5844063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33" name="16"/>
          <p:cNvSpPr txBox="1"/>
          <p:nvPr/>
        </p:nvSpPr>
        <p:spPr>
          <a:xfrm>
            <a:off x="6652962" y="5240017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834" name="+"/>
          <p:cNvSpPr txBox="1"/>
          <p:nvPr/>
        </p:nvSpPr>
        <p:spPr>
          <a:xfrm>
            <a:off x="7881028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35" name="0"/>
          <p:cNvSpPr txBox="1"/>
          <p:nvPr/>
        </p:nvSpPr>
        <p:spPr>
          <a:xfrm>
            <a:off x="19001620" y="4889951"/>
            <a:ext cx="41915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836" name="1"/>
          <p:cNvSpPr txBox="1"/>
          <p:nvPr/>
        </p:nvSpPr>
        <p:spPr>
          <a:xfrm>
            <a:off x="14957381" y="4889951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837" name="2"/>
          <p:cNvSpPr txBox="1"/>
          <p:nvPr/>
        </p:nvSpPr>
        <p:spPr>
          <a:xfrm>
            <a:off x="11332368" y="4889951"/>
            <a:ext cx="41915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838" name="3"/>
          <p:cNvSpPr txBox="1"/>
          <p:nvPr/>
        </p:nvSpPr>
        <p:spPr>
          <a:xfrm>
            <a:off x="7360121" y="4889951"/>
            <a:ext cx="41915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839" name="×"/>
          <p:cNvSpPr txBox="1"/>
          <p:nvPr/>
        </p:nvSpPr>
        <p:spPr>
          <a:xfrm>
            <a:off x="9642693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40" name="16"/>
          <p:cNvSpPr txBox="1"/>
          <p:nvPr/>
        </p:nvSpPr>
        <p:spPr>
          <a:xfrm>
            <a:off x="10451592" y="5240017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841" name="+"/>
          <p:cNvSpPr txBox="1"/>
          <p:nvPr/>
        </p:nvSpPr>
        <p:spPr>
          <a:xfrm>
            <a:off x="11679658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42" name="×"/>
          <p:cNvSpPr txBox="1"/>
          <p:nvPr/>
        </p:nvSpPr>
        <p:spPr>
          <a:xfrm>
            <a:off x="13441323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43" name="16"/>
          <p:cNvSpPr txBox="1"/>
          <p:nvPr/>
        </p:nvSpPr>
        <p:spPr>
          <a:xfrm>
            <a:off x="14250223" y="5240017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844" name="+"/>
          <p:cNvSpPr txBox="1"/>
          <p:nvPr/>
        </p:nvSpPr>
        <p:spPr>
          <a:xfrm>
            <a:off x="15478289" y="5240017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45" name="×"/>
          <p:cNvSpPr txBox="1"/>
          <p:nvPr/>
        </p:nvSpPr>
        <p:spPr>
          <a:xfrm>
            <a:off x="17239953" y="5240017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46" name="16"/>
          <p:cNvSpPr txBox="1"/>
          <p:nvPr/>
        </p:nvSpPr>
        <p:spPr>
          <a:xfrm>
            <a:off x="18048851" y="5240017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847" name="＝"/>
          <p:cNvSpPr txBox="1"/>
          <p:nvPr/>
        </p:nvSpPr>
        <p:spPr>
          <a:xfrm>
            <a:off x="4344075" y="6318249"/>
            <a:ext cx="533470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＝</a:t>
            </a:r>
          </a:p>
        </p:txBody>
      </p:sp>
      <p:sp>
        <p:nvSpPr>
          <p:cNvPr id="1848" name="+"/>
          <p:cNvSpPr txBox="1"/>
          <p:nvPr/>
        </p:nvSpPr>
        <p:spPr>
          <a:xfrm>
            <a:off x="9162734" y="6407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49" name="5"/>
          <p:cNvSpPr txBox="1"/>
          <p:nvPr/>
        </p:nvSpPr>
        <p:spPr>
          <a:xfrm>
            <a:off x="5262730" y="6407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850" name="×"/>
          <p:cNvSpPr txBox="1"/>
          <p:nvPr/>
        </p:nvSpPr>
        <p:spPr>
          <a:xfrm>
            <a:off x="6143563" y="6407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1" name="4096"/>
          <p:cNvSpPr txBox="1"/>
          <p:nvPr/>
        </p:nvSpPr>
        <p:spPr>
          <a:xfrm>
            <a:off x="7024396" y="6407150"/>
            <a:ext cx="179097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4096</a:t>
            </a:r>
          </a:p>
        </p:txBody>
      </p:sp>
      <p:sp>
        <p:nvSpPr>
          <p:cNvPr id="1852" name="10"/>
          <p:cNvSpPr txBox="1"/>
          <p:nvPr/>
        </p:nvSpPr>
        <p:spPr>
          <a:xfrm>
            <a:off x="10047077" y="640715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853" name="×"/>
          <p:cNvSpPr txBox="1"/>
          <p:nvPr/>
        </p:nvSpPr>
        <p:spPr>
          <a:xfrm>
            <a:off x="11350588" y="6407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4" name="256"/>
          <p:cNvSpPr txBox="1"/>
          <p:nvPr/>
        </p:nvSpPr>
        <p:spPr>
          <a:xfrm>
            <a:off x="12231421" y="6407150"/>
            <a:ext cx="1371806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256</a:t>
            </a:r>
          </a:p>
        </p:txBody>
      </p:sp>
      <p:sp>
        <p:nvSpPr>
          <p:cNvPr id="1855" name="+"/>
          <p:cNvSpPr txBox="1"/>
          <p:nvPr/>
        </p:nvSpPr>
        <p:spPr>
          <a:xfrm>
            <a:off x="13950591" y="6407150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56" name="4"/>
          <p:cNvSpPr txBox="1"/>
          <p:nvPr/>
        </p:nvSpPr>
        <p:spPr>
          <a:xfrm>
            <a:off x="14831424" y="6407150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857" name="×"/>
          <p:cNvSpPr txBox="1"/>
          <p:nvPr/>
        </p:nvSpPr>
        <p:spPr>
          <a:xfrm>
            <a:off x="15712257" y="6407150"/>
            <a:ext cx="53347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8" name="16"/>
          <p:cNvSpPr txBox="1"/>
          <p:nvPr/>
        </p:nvSpPr>
        <p:spPr>
          <a:xfrm>
            <a:off x="16593091" y="640715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859" name="+"/>
          <p:cNvSpPr txBox="1"/>
          <p:nvPr/>
        </p:nvSpPr>
        <p:spPr>
          <a:xfrm>
            <a:off x="17893092" y="6407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60" name="14"/>
          <p:cNvSpPr txBox="1"/>
          <p:nvPr/>
        </p:nvSpPr>
        <p:spPr>
          <a:xfrm>
            <a:off x="18773925" y="640715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1861" name="×"/>
          <p:cNvSpPr txBox="1"/>
          <p:nvPr/>
        </p:nvSpPr>
        <p:spPr>
          <a:xfrm>
            <a:off x="20073926" y="6407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62" name="1"/>
          <p:cNvSpPr txBox="1"/>
          <p:nvPr/>
        </p:nvSpPr>
        <p:spPr>
          <a:xfrm>
            <a:off x="20954758" y="6407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863" name="＝"/>
          <p:cNvSpPr txBox="1"/>
          <p:nvPr/>
        </p:nvSpPr>
        <p:spPr>
          <a:xfrm>
            <a:off x="4344075" y="7334249"/>
            <a:ext cx="533470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＝</a:t>
            </a:r>
          </a:p>
        </p:txBody>
      </p:sp>
      <p:sp>
        <p:nvSpPr>
          <p:cNvPr id="1864" name="20480"/>
          <p:cNvSpPr txBox="1"/>
          <p:nvPr/>
        </p:nvSpPr>
        <p:spPr>
          <a:xfrm>
            <a:off x="5305226" y="7423150"/>
            <a:ext cx="2210142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20480</a:t>
            </a:r>
          </a:p>
        </p:txBody>
      </p:sp>
      <p:sp>
        <p:nvSpPr>
          <p:cNvPr id="1865" name="+"/>
          <p:cNvSpPr txBox="1"/>
          <p:nvPr/>
        </p:nvSpPr>
        <p:spPr>
          <a:xfrm>
            <a:off x="7941556" y="7423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66" name="2560"/>
          <p:cNvSpPr txBox="1"/>
          <p:nvPr/>
        </p:nvSpPr>
        <p:spPr>
          <a:xfrm>
            <a:off x="8902707" y="7423150"/>
            <a:ext cx="1790974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2560</a:t>
            </a:r>
          </a:p>
        </p:txBody>
      </p:sp>
      <p:sp>
        <p:nvSpPr>
          <p:cNvPr id="1867" name="+"/>
          <p:cNvSpPr txBox="1"/>
          <p:nvPr/>
        </p:nvSpPr>
        <p:spPr>
          <a:xfrm>
            <a:off x="11121363" y="7423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68" name="64"/>
          <p:cNvSpPr txBox="1"/>
          <p:nvPr/>
        </p:nvSpPr>
        <p:spPr>
          <a:xfrm>
            <a:off x="12081019" y="7423150"/>
            <a:ext cx="95263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869" name="+"/>
          <p:cNvSpPr txBox="1"/>
          <p:nvPr/>
        </p:nvSpPr>
        <p:spPr>
          <a:xfrm>
            <a:off x="13459845" y="7423150"/>
            <a:ext cx="53346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70" name="14"/>
          <p:cNvSpPr txBox="1"/>
          <p:nvPr/>
        </p:nvSpPr>
        <p:spPr>
          <a:xfrm>
            <a:off x="14419501" y="7423150"/>
            <a:ext cx="952637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1871" name="＝"/>
          <p:cNvSpPr txBox="1"/>
          <p:nvPr/>
        </p:nvSpPr>
        <p:spPr>
          <a:xfrm>
            <a:off x="4344075" y="8417770"/>
            <a:ext cx="533470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＝</a:t>
            </a:r>
          </a:p>
        </p:txBody>
      </p:sp>
      <p:sp>
        <p:nvSpPr>
          <p:cNvPr id="1872" name="23118"/>
          <p:cNvSpPr txBox="1"/>
          <p:nvPr/>
        </p:nvSpPr>
        <p:spPr>
          <a:xfrm>
            <a:off x="5305226" y="8506670"/>
            <a:ext cx="2210142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5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23118</a:t>
            </a:r>
          </a:p>
        </p:txBody>
      </p:sp>
      <p:sp>
        <p:nvSpPr>
          <p:cNvPr id="1873" name="十六进制转十进制"/>
          <p:cNvSpPr txBox="1"/>
          <p:nvPr/>
        </p:nvSpPr>
        <p:spPr>
          <a:xfrm>
            <a:off x="9594849" y="3170084"/>
            <a:ext cx="5194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十六进制转十进制</a:t>
            </a:r>
          </a:p>
        </p:txBody>
      </p:sp>
      <p:grpSp>
        <p:nvGrpSpPr>
          <p:cNvPr id="1876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874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875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877" name="文本框 14"/>
          <p:cNvSpPr txBox="1"/>
          <p:nvPr/>
        </p:nvSpPr>
        <p:spPr>
          <a:xfrm>
            <a:off x="2110821" y="1106786"/>
            <a:ext cx="42595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按权展开式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800">
        <p:fade/>
      </p:transition>
    </mc:Choice>
    <mc:Fallback>
      <p:transition spd="med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二进制转十进制"/>
          <p:cNvSpPr txBox="1"/>
          <p:nvPr/>
        </p:nvSpPr>
        <p:spPr>
          <a:xfrm>
            <a:off x="9912350" y="3170084"/>
            <a:ext cx="4559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二进制转十进制</a:t>
            </a:r>
          </a:p>
        </p:txBody>
      </p:sp>
      <p:grpSp>
        <p:nvGrpSpPr>
          <p:cNvPr id="188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88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88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883" name="文本框 14"/>
          <p:cNvSpPr txBox="1"/>
          <p:nvPr/>
        </p:nvSpPr>
        <p:spPr>
          <a:xfrm>
            <a:off x="2110821" y="1106786"/>
            <a:ext cx="3119756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8421 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800">
        <p:fade/>
      </p:transition>
    </mc:Choice>
    <mc:Fallback>
      <p:transition spd="med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5" name="Table 1"/>
          <p:cNvGraphicFramePr/>
          <p:nvPr/>
        </p:nvGraphicFramePr>
        <p:xfrm>
          <a:off x="8733610" y="6050887"/>
          <a:ext cx="6929480" cy="162692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729194"/>
                <a:gridCol w="1729194"/>
                <a:gridCol w="1729194"/>
                <a:gridCol w="1729194"/>
              </a:tblGrid>
              <a:tr h="161422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6000">
                          <a:solidFill>
                            <a:schemeClr val="accent4">
                              <a:hueOff val="-1081314"/>
                              <a:satOff val="4338"/>
                              <a:lumOff val="-8931"/>
                            </a:schemeClr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6000">
                          <a:solidFill>
                            <a:schemeClr val="accent4">
                              <a:hueOff val="-1081314"/>
                              <a:satOff val="4338"/>
                              <a:lumOff val="-8931"/>
                            </a:schemeClr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6000">
                          <a:solidFill>
                            <a:schemeClr val="accent4">
                              <a:hueOff val="-1081314"/>
                              <a:satOff val="4338"/>
                              <a:lumOff val="-8931"/>
                            </a:schemeClr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6000">
                          <a:solidFill>
                            <a:schemeClr val="accent4">
                              <a:hueOff val="-1081314"/>
                              <a:satOff val="4338"/>
                              <a:lumOff val="-8931"/>
                            </a:schemeClr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1886" name="二进制转十进制"/>
          <p:cNvSpPr txBox="1"/>
          <p:nvPr/>
        </p:nvSpPr>
        <p:spPr>
          <a:xfrm>
            <a:off x="9912350" y="3170084"/>
            <a:ext cx="4559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二进制转十进制</a:t>
            </a:r>
          </a:p>
        </p:txBody>
      </p:sp>
      <p:grpSp>
        <p:nvGrpSpPr>
          <p:cNvPr id="1889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887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888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890" name="文本框 14"/>
          <p:cNvSpPr txBox="1"/>
          <p:nvPr/>
        </p:nvSpPr>
        <p:spPr>
          <a:xfrm>
            <a:off x="2110821" y="1106786"/>
            <a:ext cx="3119756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8421 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800">
        <p:fade/>
      </p:transition>
    </mc:Choice>
    <mc:Fallback>
      <p:transition spd="med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92" name="Table 1"/>
          <p:cNvGraphicFramePr/>
          <p:nvPr/>
        </p:nvGraphicFramePr>
        <p:xfrm>
          <a:off x="8733610" y="6050887"/>
          <a:ext cx="6929480" cy="162692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729194"/>
                <a:gridCol w="1729194"/>
                <a:gridCol w="1729194"/>
                <a:gridCol w="1729194"/>
              </a:tblGrid>
              <a:tr h="161422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6000">
                          <a:solidFill>
                            <a:schemeClr val="accent4">
                              <a:hueOff val="-1081314"/>
                              <a:satOff val="4338"/>
                              <a:lumOff val="-8931"/>
                            </a:schemeClr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6000">
                          <a:solidFill>
                            <a:schemeClr val="accent4">
                              <a:hueOff val="-1081314"/>
                              <a:satOff val="4338"/>
                              <a:lumOff val="-8931"/>
                            </a:schemeClr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6000">
                          <a:solidFill>
                            <a:schemeClr val="accent4">
                              <a:hueOff val="-1081314"/>
                              <a:satOff val="4338"/>
                              <a:lumOff val="-8931"/>
                            </a:schemeClr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6000">
                          <a:solidFill>
                            <a:schemeClr val="accent4">
                              <a:hueOff val="-1081314"/>
                              <a:satOff val="4338"/>
                              <a:lumOff val="-8931"/>
                            </a:schemeClr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1893" name="8"/>
          <p:cNvSpPr txBox="1"/>
          <p:nvPr/>
        </p:nvSpPr>
        <p:spPr>
          <a:xfrm>
            <a:off x="9255752" y="4616835"/>
            <a:ext cx="609681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6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894" name="4"/>
          <p:cNvSpPr txBox="1"/>
          <p:nvPr/>
        </p:nvSpPr>
        <p:spPr>
          <a:xfrm>
            <a:off x="10984225" y="4616835"/>
            <a:ext cx="60968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6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895" name="2"/>
          <p:cNvSpPr txBox="1"/>
          <p:nvPr/>
        </p:nvSpPr>
        <p:spPr>
          <a:xfrm>
            <a:off x="12712698" y="4616835"/>
            <a:ext cx="60968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6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896" name="1"/>
          <p:cNvSpPr txBox="1"/>
          <p:nvPr/>
        </p:nvSpPr>
        <p:spPr>
          <a:xfrm>
            <a:off x="14389575" y="4622800"/>
            <a:ext cx="60968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6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897" name="二进制转十进制"/>
          <p:cNvSpPr txBox="1"/>
          <p:nvPr/>
        </p:nvSpPr>
        <p:spPr>
          <a:xfrm>
            <a:off x="9912350" y="3170084"/>
            <a:ext cx="4559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二进制转十进制</a:t>
            </a:r>
          </a:p>
        </p:txBody>
      </p:sp>
      <p:grpSp>
        <p:nvGrpSpPr>
          <p:cNvPr id="1900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89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89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901" name="文本框 14"/>
          <p:cNvSpPr txBox="1"/>
          <p:nvPr/>
        </p:nvSpPr>
        <p:spPr>
          <a:xfrm>
            <a:off x="2110821" y="1106786"/>
            <a:ext cx="3119756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8421 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800">
        <p:fade/>
      </p:transition>
    </mc:Choice>
    <mc:Fallback>
      <p:transition spd="med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3" name="Table 1"/>
          <p:cNvGraphicFramePr/>
          <p:nvPr/>
        </p:nvGraphicFramePr>
        <p:xfrm>
          <a:off x="8733610" y="6050887"/>
          <a:ext cx="6929480" cy="162692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729194"/>
                <a:gridCol w="1729194"/>
                <a:gridCol w="1729194"/>
                <a:gridCol w="1729194"/>
              </a:tblGrid>
              <a:tr h="161422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6000">
                          <a:solidFill>
                            <a:schemeClr val="accent4">
                              <a:hueOff val="-1081314"/>
                              <a:satOff val="4338"/>
                              <a:lumOff val="-8931"/>
                            </a:schemeClr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6000">
                          <a:solidFill>
                            <a:schemeClr val="accent4">
                              <a:hueOff val="-1081314"/>
                              <a:satOff val="4338"/>
                              <a:lumOff val="-8931"/>
                            </a:schemeClr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6000">
                          <a:solidFill>
                            <a:schemeClr val="accent4">
                              <a:hueOff val="-1081314"/>
                              <a:satOff val="4338"/>
                              <a:lumOff val="-8931"/>
                            </a:schemeClr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b="1" sz="6000">
                          <a:solidFill>
                            <a:schemeClr val="accent4">
                              <a:hueOff val="-1081314"/>
                              <a:satOff val="4338"/>
                              <a:lumOff val="-8931"/>
                            </a:schemeClr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000000"/>
                      </a:solidFill>
                      <a:miter lim="400000"/>
                    </a:lnL>
                    <a:lnR w="38100">
                      <a:solidFill>
                        <a:srgbClr val="000000"/>
                      </a:solidFill>
                      <a:miter lim="400000"/>
                    </a:lnR>
                    <a:lnT w="38100">
                      <a:solidFill>
                        <a:srgbClr val="000000"/>
                      </a:solidFill>
                      <a:miter lim="400000"/>
                    </a:lnT>
                    <a:lnB w="381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1904" name="8"/>
          <p:cNvSpPr txBox="1"/>
          <p:nvPr/>
        </p:nvSpPr>
        <p:spPr>
          <a:xfrm>
            <a:off x="9255752" y="4616835"/>
            <a:ext cx="609681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6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905" name="4"/>
          <p:cNvSpPr txBox="1"/>
          <p:nvPr/>
        </p:nvSpPr>
        <p:spPr>
          <a:xfrm>
            <a:off x="10984225" y="4616835"/>
            <a:ext cx="60968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6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906" name="2"/>
          <p:cNvSpPr txBox="1"/>
          <p:nvPr/>
        </p:nvSpPr>
        <p:spPr>
          <a:xfrm>
            <a:off x="12712698" y="4616835"/>
            <a:ext cx="60968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6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907" name="1"/>
          <p:cNvSpPr txBox="1"/>
          <p:nvPr/>
        </p:nvSpPr>
        <p:spPr>
          <a:xfrm>
            <a:off x="14389575" y="4622800"/>
            <a:ext cx="60968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65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908" name="二进制转十进制"/>
          <p:cNvSpPr txBox="1"/>
          <p:nvPr/>
        </p:nvSpPr>
        <p:spPr>
          <a:xfrm>
            <a:off x="9912350" y="3170084"/>
            <a:ext cx="4559301" cy="97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latin typeface="Lantinghei SC Demibold"/>
                <a:ea typeface="Lantinghei SC Demibold"/>
                <a:cs typeface="Lantinghei SC Demibold"/>
                <a:sym typeface="Lantinghei SC Demibold"/>
              </a:defRPr>
            </a:lvl1pPr>
          </a:lstStyle>
          <a:p>
            <a:pPr/>
            <a:r>
              <a:t>二进制转十进制</a:t>
            </a:r>
          </a:p>
        </p:txBody>
      </p:sp>
      <p:grpSp>
        <p:nvGrpSpPr>
          <p:cNvPr id="1911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909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910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912" name="文本框 14"/>
          <p:cNvSpPr txBox="1"/>
          <p:nvPr/>
        </p:nvSpPr>
        <p:spPr>
          <a:xfrm>
            <a:off x="2110821" y="1106786"/>
            <a:ext cx="3119756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8421 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800">
        <p:fade/>
      </p:transition>
    </mc:Choice>
    <mc:Fallback>
      <p:transition spd="med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十进制转各进制"/>
          <p:cNvSpPr txBox="1"/>
          <p:nvPr/>
        </p:nvSpPr>
        <p:spPr>
          <a:xfrm>
            <a:off x="9023350" y="6191250"/>
            <a:ext cx="6337301" cy="1333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/>
            </a:lvl1pPr>
          </a:lstStyle>
          <a:p>
            <a:pPr/>
            <a:r>
              <a:t>十进制转各进制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倒除法"/>
          <p:cNvSpPr txBox="1"/>
          <p:nvPr/>
        </p:nvSpPr>
        <p:spPr>
          <a:xfrm>
            <a:off x="10610849" y="3419345"/>
            <a:ext cx="3162301" cy="151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/>
            </a:lvl1pPr>
          </a:lstStyle>
          <a:p>
            <a:pPr/>
            <a:r>
              <a:t>倒除法</a:t>
            </a:r>
          </a:p>
        </p:txBody>
      </p:sp>
      <p:sp>
        <p:nvSpPr>
          <p:cNvPr id="1917" name="取余数"/>
          <p:cNvSpPr txBox="1"/>
          <p:nvPr/>
        </p:nvSpPr>
        <p:spPr>
          <a:xfrm>
            <a:off x="10610849" y="6102349"/>
            <a:ext cx="3162301" cy="151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/>
            </a:lvl1pPr>
          </a:lstStyle>
          <a:p>
            <a:pPr/>
            <a:r>
              <a:t>取余数</a:t>
            </a:r>
          </a:p>
        </p:txBody>
      </p:sp>
      <p:sp>
        <p:nvSpPr>
          <p:cNvPr id="1918" name="逆序排列"/>
          <p:cNvSpPr txBox="1"/>
          <p:nvPr/>
        </p:nvSpPr>
        <p:spPr>
          <a:xfrm>
            <a:off x="10102850" y="8785353"/>
            <a:ext cx="4178301" cy="151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/>
            </a:lvl1pPr>
          </a:lstStyle>
          <a:p>
            <a:pPr/>
            <a:r>
              <a:t>逆序排列</a:t>
            </a:r>
          </a:p>
        </p:txBody>
      </p:sp>
      <p:grpSp>
        <p:nvGrpSpPr>
          <p:cNvPr id="1921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919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920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922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十进制转各进制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800"/>
                                        <p:tgtEl>
                                          <p:spTgt spid="1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800"/>
                                        <p:tgtEl>
                                          <p:spTgt spid="1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800"/>
                                        <p:tgtEl>
                                          <p:spTgt spid="1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18" grpId="3"/>
      <p:bldP build="whole" bldLvl="1" animBg="1" rev="0" advAuto="0" spid="1917" grpId="2"/>
      <p:bldP build="whole" bldLvl="1" animBg="1" rev="0" advAuto="0" spid="1916" grpId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13"/>
          <p:cNvSpPr txBox="1"/>
          <p:nvPr/>
        </p:nvSpPr>
        <p:spPr>
          <a:xfrm>
            <a:off x="9818330" y="4458997"/>
            <a:ext cx="73714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13</a:t>
            </a:r>
          </a:p>
        </p:txBody>
      </p:sp>
      <p:grpSp>
        <p:nvGrpSpPr>
          <p:cNvPr id="1927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92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92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928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十进制转二进制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13"/>
          <p:cNvSpPr txBox="1"/>
          <p:nvPr/>
        </p:nvSpPr>
        <p:spPr>
          <a:xfrm>
            <a:off x="9818330" y="4458997"/>
            <a:ext cx="73714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13</a:t>
            </a:r>
          </a:p>
        </p:txBody>
      </p:sp>
      <p:grpSp>
        <p:nvGrpSpPr>
          <p:cNvPr id="1933" name="Group"/>
          <p:cNvGrpSpPr/>
          <p:nvPr/>
        </p:nvGrpSpPr>
        <p:grpSpPr>
          <a:xfrm>
            <a:off x="9551903" y="4268497"/>
            <a:ext cx="1270001" cy="1270001"/>
            <a:chOff x="0" y="0"/>
            <a:chExt cx="1270000" cy="1270000"/>
          </a:xfrm>
        </p:grpSpPr>
        <p:sp>
          <p:nvSpPr>
            <p:cNvPr id="1931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1932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1934" name="2"/>
          <p:cNvSpPr txBox="1"/>
          <p:nvPr/>
        </p:nvSpPr>
        <p:spPr>
          <a:xfrm>
            <a:off x="8675785" y="4458997"/>
            <a:ext cx="45809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grpSp>
        <p:nvGrpSpPr>
          <p:cNvPr id="1937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93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93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938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十进制转二进制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13"/>
          <p:cNvSpPr txBox="1"/>
          <p:nvPr/>
        </p:nvSpPr>
        <p:spPr>
          <a:xfrm>
            <a:off x="9818330" y="4458997"/>
            <a:ext cx="73714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13</a:t>
            </a:r>
          </a:p>
        </p:txBody>
      </p:sp>
      <p:grpSp>
        <p:nvGrpSpPr>
          <p:cNvPr id="1943" name="Group"/>
          <p:cNvGrpSpPr/>
          <p:nvPr/>
        </p:nvGrpSpPr>
        <p:grpSpPr>
          <a:xfrm>
            <a:off x="9551903" y="4268497"/>
            <a:ext cx="1270001" cy="1270001"/>
            <a:chOff x="0" y="0"/>
            <a:chExt cx="1270000" cy="1270000"/>
          </a:xfrm>
        </p:grpSpPr>
        <p:sp>
          <p:nvSpPr>
            <p:cNvPr id="1941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1942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1944" name="2"/>
          <p:cNvSpPr txBox="1"/>
          <p:nvPr/>
        </p:nvSpPr>
        <p:spPr>
          <a:xfrm>
            <a:off x="8675785" y="4458997"/>
            <a:ext cx="45809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1945" name="6"/>
          <p:cNvSpPr txBox="1"/>
          <p:nvPr/>
        </p:nvSpPr>
        <p:spPr>
          <a:xfrm>
            <a:off x="10151750" y="5888999"/>
            <a:ext cx="46479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6</a:t>
            </a:r>
          </a:p>
        </p:txBody>
      </p:sp>
      <p:grpSp>
        <p:nvGrpSpPr>
          <p:cNvPr id="1948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94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94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949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十进制转二进制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13"/>
          <p:cNvSpPr txBox="1"/>
          <p:nvPr/>
        </p:nvSpPr>
        <p:spPr>
          <a:xfrm>
            <a:off x="9818330" y="4458997"/>
            <a:ext cx="73714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13</a:t>
            </a:r>
          </a:p>
        </p:txBody>
      </p:sp>
      <p:grpSp>
        <p:nvGrpSpPr>
          <p:cNvPr id="1954" name="Group"/>
          <p:cNvGrpSpPr/>
          <p:nvPr/>
        </p:nvGrpSpPr>
        <p:grpSpPr>
          <a:xfrm>
            <a:off x="9551903" y="4268497"/>
            <a:ext cx="1270001" cy="1270001"/>
            <a:chOff x="0" y="0"/>
            <a:chExt cx="1270000" cy="1270000"/>
          </a:xfrm>
        </p:grpSpPr>
        <p:sp>
          <p:nvSpPr>
            <p:cNvPr id="1952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1953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1955" name="2"/>
          <p:cNvSpPr txBox="1"/>
          <p:nvPr/>
        </p:nvSpPr>
        <p:spPr>
          <a:xfrm>
            <a:off x="8675785" y="4458997"/>
            <a:ext cx="45809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1956" name="6"/>
          <p:cNvSpPr txBox="1"/>
          <p:nvPr/>
        </p:nvSpPr>
        <p:spPr>
          <a:xfrm>
            <a:off x="10151750" y="5888999"/>
            <a:ext cx="46479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6</a:t>
            </a:r>
          </a:p>
        </p:txBody>
      </p:sp>
      <p:sp>
        <p:nvSpPr>
          <p:cNvPr id="1957" name="Line"/>
          <p:cNvSpPr/>
          <p:nvPr/>
        </p:nvSpPr>
        <p:spPr>
          <a:xfrm>
            <a:off x="11239927" y="5513841"/>
            <a:ext cx="3587705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58" name="1"/>
          <p:cNvSpPr txBox="1"/>
          <p:nvPr/>
        </p:nvSpPr>
        <p:spPr>
          <a:xfrm>
            <a:off x="15279141" y="5069341"/>
            <a:ext cx="39112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1</a:t>
            </a:r>
          </a:p>
        </p:txBody>
      </p:sp>
      <p:grpSp>
        <p:nvGrpSpPr>
          <p:cNvPr id="1961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959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960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962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十进制转二进制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13"/>
          <p:cNvSpPr txBox="1"/>
          <p:nvPr/>
        </p:nvSpPr>
        <p:spPr>
          <a:xfrm>
            <a:off x="9818330" y="4458997"/>
            <a:ext cx="73714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13</a:t>
            </a:r>
          </a:p>
        </p:txBody>
      </p:sp>
      <p:grpSp>
        <p:nvGrpSpPr>
          <p:cNvPr id="1967" name="Group"/>
          <p:cNvGrpSpPr/>
          <p:nvPr/>
        </p:nvGrpSpPr>
        <p:grpSpPr>
          <a:xfrm>
            <a:off x="9551903" y="4268497"/>
            <a:ext cx="1270001" cy="1270001"/>
            <a:chOff x="0" y="0"/>
            <a:chExt cx="1270000" cy="1270000"/>
          </a:xfrm>
        </p:grpSpPr>
        <p:sp>
          <p:nvSpPr>
            <p:cNvPr id="1965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1966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1968" name="2"/>
          <p:cNvSpPr txBox="1"/>
          <p:nvPr/>
        </p:nvSpPr>
        <p:spPr>
          <a:xfrm>
            <a:off x="8675785" y="4458997"/>
            <a:ext cx="45809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1969" name="6"/>
          <p:cNvSpPr txBox="1"/>
          <p:nvPr/>
        </p:nvSpPr>
        <p:spPr>
          <a:xfrm>
            <a:off x="10151750" y="5888999"/>
            <a:ext cx="46479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6</a:t>
            </a:r>
          </a:p>
        </p:txBody>
      </p:sp>
      <p:grpSp>
        <p:nvGrpSpPr>
          <p:cNvPr id="1972" name="Group"/>
          <p:cNvGrpSpPr/>
          <p:nvPr/>
        </p:nvGrpSpPr>
        <p:grpSpPr>
          <a:xfrm>
            <a:off x="9749145" y="5698499"/>
            <a:ext cx="1270001" cy="1270001"/>
            <a:chOff x="0" y="0"/>
            <a:chExt cx="1270000" cy="1270000"/>
          </a:xfrm>
        </p:grpSpPr>
        <p:sp>
          <p:nvSpPr>
            <p:cNvPr id="1970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1971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1973" name="2"/>
          <p:cNvSpPr txBox="1"/>
          <p:nvPr/>
        </p:nvSpPr>
        <p:spPr>
          <a:xfrm>
            <a:off x="8971649" y="5888999"/>
            <a:ext cx="45809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1974" name="Line"/>
          <p:cNvSpPr/>
          <p:nvPr/>
        </p:nvSpPr>
        <p:spPr>
          <a:xfrm>
            <a:off x="11239927" y="5513841"/>
            <a:ext cx="3587705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75" name="1"/>
          <p:cNvSpPr txBox="1"/>
          <p:nvPr/>
        </p:nvSpPr>
        <p:spPr>
          <a:xfrm>
            <a:off x="15279141" y="5069341"/>
            <a:ext cx="39112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1</a:t>
            </a:r>
          </a:p>
        </p:txBody>
      </p:sp>
      <p:grpSp>
        <p:nvGrpSpPr>
          <p:cNvPr id="1978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97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97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979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十进制转二进制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13"/>
          <p:cNvSpPr txBox="1"/>
          <p:nvPr/>
        </p:nvSpPr>
        <p:spPr>
          <a:xfrm>
            <a:off x="9818330" y="4458997"/>
            <a:ext cx="73714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13</a:t>
            </a:r>
          </a:p>
        </p:txBody>
      </p:sp>
      <p:grpSp>
        <p:nvGrpSpPr>
          <p:cNvPr id="1984" name="Group"/>
          <p:cNvGrpSpPr/>
          <p:nvPr/>
        </p:nvGrpSpPr>
        <p:grpSpPr>
          <a:xfrm>
            <a:off x="9551903" y="4268497"/>
            <a:ext cx="1270001" cy="1270001"/>
            <a:chOff x="0" y="0"/>
            <a:chExt cx="1270000" cy="1270000"/>
          </a:xfrm>
        </p:grpSpPr>
        <p:sp>
          <p:nvSpPr>
            <p:cNvPr id="1982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1983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1985" name="2"/>
          <p:cNvSpPr txBox="1"/>
          <p:nvPr/>
        </p:nvSpPr>
        <p:spPr>
          <a:xfrm>
            <a:off x="8675785" y="4458997"/>
            <a:ext cx="45809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1986" name="6"/>
          <p:cNvSpPr txBox="1"/>
          <p:nvPr/>
        </p:nvSpPr>
        <p:spPr>
          <a:xfrm>
            <a:off x="10151750" y="5888999"/>
            <a:ext cx="46479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6</a:t>
            </a:r>
          </a:p>
        </p:txBody>
      </p:sp>
      <p:grpSp>
        <p:nvGrpSpPr>
          <p:cNvPr id="1989" name="Group"/>
          <p:cNvGrpSpPr/>
          <p:nvPr/>
        </p:nvGrpSpPr>
        <p:grpSpPr>
          <a:xfrm>
            <a:off x="9749145" y="5698499"/>
            <a:ext cx="1270001" cy="1270001"/>
            <a:chOff x="0" y="0"/>
            <a:chExt cx="1270000" cy="1270000"/>
          </a:xfrm>
        </p:grpSpPr>
        <p:sp>
          <p:nvSpPr>
            <p:cNvPr id="1987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1988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1990" name="2"/>
          <p:cNvSpPr txBox="1"/>
          <p:nvPr/>
        </p:nvSpPr>
        <p:spPr>
          <a:xfrm>
            <a:off x="8971649" y="5888999"/>
            <a:ext cx="45809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1991" name="Line"/>
          <p:cNvSpPr/>
          <p:nvPr/>
        </p:nvSpPr>
        <p:spPr>
          <a:xfrm>
            <a:off x="11239927" y="5513841"/>
            <a:ext cx="3587705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92" name="1"/>
          <p:cNvSpPr txBox="1"/>
          <p:nvPr/>
        </p:nvSpPr>
        <p:spPr>
          <a:xfrm>
            <a:off x="15279141" y="5069341"/>
            <a:ext cx="39112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993" name="3"/>
          <p:cNvSpPr txBox="1"/>
          <p:nvPr/>
        </p:nvSpPr>
        <p:spPr>
          <a:xfrm>
            <a:off x="10375879" y="7319001"/>
            <a:ext cx="460326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1994" name="Line"/>
          <p:cNvSpPr/>
          <p:nvPr/>
        </p:nvSpPr>
        <p:spPr>
          <a:xfrm>
            <a:off x="11338548" y="6958303"/>
            <a:ext cx="3390463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95" name="0"/>
          <p:cNvSpPr txBox="1"/>
          <p:nvPr/>
        </p:nvSpPr>
        <p:spPr>
          <a:xfrm>
            <a:off x="15245655" y="6513803"/>
            <a:ext cx="462559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0</a:t>
            </a:r>
          </a:p>
        </p:txBody>
      </p:sp>
      <p:grpSp>
        <p:nvGrpSpPr>
          <p:cNvPr id="1998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199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99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999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十进制转二进制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13"/>
          <p:cNvSpPr txBox="1"/>
          <p:nvPr/>
        </p:nvSpPr>
        <p:spPr>
          <a:xfrm>
            <a:off x="9818330" y="4458997"/>
            <a:ext cx="73714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13</a:t>
            </a:r>
          </a:p>
        </p:txBody>
      </p:sp>
      <p:grpSp>
        <p:nvGrpSpPr>
          <p:cNvPr id="2004" name="Group"/>
          <p:cNvGrpSpPr/>
          <p:nvPr/>
        </p:nvGrpSpPr>
        <p:grpSpPr>
          <a:xfrm>
            <a:off x="9551903" y="4268497"/>
            <a:ext cx="1270001" cy="1270001"/>
            <a:chOff x="0" y="0"/>
            <a:chExt cx="1270000" cy="1270000"/>
          </a:xfrm>
        </p:grpSpPr>
        <p:sp>
          <p:nvSpPr>
            <p:cNvPr id="2002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2003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2005" name="2"/>
          <p:cNvSpPr txBox="1"/>
          <p:nvPr/>
        </p:nvSpPr>
        <p:spPr>
          <a:xfrm>
            <a:off x="8675785" y="4458997"/>
            <a:ext cx="45809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2006" name="6"/>
          <p:cNvSpPr txBox="1"/>
          <p:nvPr/>
        </p:nvSpPr>
        <p:spPr>
          <a:xfrm>
            <a:off x="10151750" y="5888999"/>
            <a:ext cx="46479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6</a:t>
            </a:r>
          </a:p>
        </p:txBody>
      </p:sp>
      <p:grpSp>
        <p:nvGrpSpPr>
          <p:cNvPr id="2009" name="Group"/>
          <p:cNvGrpSpPr/>
          <p:nvPr/>
        </p:nvGrpSpPr>
        <p:grpSpPr>
          <a:xfrm>
            <a:off x="9749145" y="5698499"/>
            <a:ext cx="1270001" cy="1270001"/>
            <a:chOff x="0" y="0"/>
            <a:chExt cx="1270000" cy="1270000"/>
          </a:xfrm>
        </p:grpSpPr>
        <p:sp>
          <p:nvSpPr>
            <p:cNvPr id="2007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2008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2010" name="2"/>
          <p:cNvSpPr txBox="1"/>
          <p:nvPr/>
        </p:nvSpPr>
        <p:spPr>
          <a:xfrm>
            <a:off x="8971649" y="5888999"/>
            <a:ext cx="45809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2011" name="Line"/>
          <p:cNvSpPr/>
          <p:nvPr/>
        </p:nvSpPr>
        <p:spPr>
          <a:xfrm>
            <a:off x="11239927" y="5513841"/>
            <a:ext cx="3587705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12" name="1"/>
          <p:cNvSpPr txBox="1"/>
          <p:nvPr/>
        </p:nvSpPr>
        <p:spPr>
          <a:xfrm>
            <a:off x="15279141" y="5069341"/>
            <a:ext cx="39112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013" name="3"/>
          <p:cNvSpPr txBox="1"/>
          <p:nvPr/>
        </p:nvSpPr>
        <p:spPr>
          <a:xfrm>
            <a:off x="10375879" y="7319001"/>
            <a:ext cx="460326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2014" name="Line"/>
          <p:cNvSpPr/>
          <p:nvPr/>
        </p:nvSpPr>
        <p:spPr>
          <a:xfrm>
            <a:off x="11338548" y="6958303"/>
            <a:ext cx="3390463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15" name="0"/>
          <p:cNvSpPr txBox="1"/>
          <p:nvPr/>
        </p:nvSpPr>
        <p:spPr>
          <a:xfrm>
            <a:off x="15245655" y="6513803"/>
            <a:ext cx="462559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0</a:t>
            </a:r>
          </a:p>
        </p:txBody>
      </p:sp>
      <p:grpSp>
        <p:nvGrpSpPr>
          <p:cNvPr id="2018" name="Group"/>
          <p:cNvGrpSpPr/>
          <p:nvPr/>
        </p:nvGrpSpPr>
        <p:grpSpPr>
          <a:xfrm>
            <a:off x="9971041" y="7128501"/>
            <a:ext cx="1270001" cy="1270001"/>
            <a:chOff x="0" y="0"/>
            <a:chExt cx="1270000" cy="1270000"/>
          </a:xfrm>
        </p:grpSpPr>
        <p:sp>
          <p:nvSpPr>
            <p:cNvPr id="2016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2017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2019" name="2"/>
          <p:cNvSpPr txBox="1"/>
          <p:nvPr/>
        </p:nvSpPr>
        <p:spPr>
          <a:xfrm>
            <a:off x="9193545" y="7319001"/>
            <a:ext cx="45809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grpSp>
        <p:nvGrpSpPr>
          <p:cNvPr id="202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02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02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023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十进制转二进制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13"/>
          <p:cNvSpPr txBox="1"/>
          <p:nvPr/>
        </p:nvSpPr>
        <p:spPr>
          <a:xfrm>
            <a:off x="9818330" y="4458997"/>
            <a:ext cx="73714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13</a:t>
            </a:r>
          </a:p>
        </p:txBody>
      </p:sp>
      <p:grpSp>
        <p:nvGrpSpPr>
          <p:cNvPr id="2028" name="Group"/>
          <p:cNvGrpSpPr/>
          <p:nvPr/>
        </p:nvGrpSpPr>
        <p:grpSpPr>
          <a:xfrm>
            <a:off x="9551903" y="4268497"/>
            <a:ext cx="1270001" cy="1270001"/>
            <a:chOff x="0" y="0"/>
            <a:chExt cx="1270000" cy="1270000"/>
          </a:xfrm>
        </p:grpSpPr>
        <p:sp>
          <p:nvSpPr>
            <p:cNvPr id="2026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2027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2029" name="2"/>
          <p:cNvSpPr txBox="1"/>
          <p:nvPr/>
        </p:nvSpPr>
        <p:spPr>
          <a:xfrm>
            <a:off x="8675785" y="4458997"/>
            <a:ext cx="45809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2030" name="6"/>
          <p:cNvSpPr txBox="1"/>
          <p:nvPr/>
        </p:nvSpPr>
        <p:spPr>
          <a:xfrm>
            <a:off x="10151750" y="5888999"/>
            <a:ext cx="46479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6</a:t>
            </a:r>
          </a:p>
        </p:txBody>
      </p:sp>
      <p:grpSp>
        <p:nvGrpSpPr>
          <p:cNvPr id="2033" name="Group"/>
          <p:cNvGrpSpPr/>
          <p:nvPr/>
        </p:nvGrpSpPr>
        <p:grpSpPr>
          <a:xfrm>
            <a:off x="9749145" y="5698499"/>
            <a:ext cx="1270001" cy="1270001"/>
            <a:chOff x="0" y="0"/>
            <a:chExt cx="1270000" cy="1270000"/>
          </a:xfrm>
        </p:grpSpPr>
        <p:sp>
          <p:nvSpPr>
            <p:cNvPr id="2031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2032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2034" name="2"/>
          <p:cNvSpPr txBox="1"/>
          <p:nvPr/>
        </p:nvSpPr>
        <p:spPr>
          <a:xfrm>
            <a:off x="8971649" y="5888999"/>
            <a:ext cx="45809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2035" name="Line"/>
          <p:cNvSpPr/>
          <p:nvPr/>
        </p:nvSpPr>
        <p:spPr>
          <a:xfrm>
            <a:off x="11239927" y="5513841"/>
            <a:ext cx="3587705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36" name="1"/>
          <p:cNvSpPr txBox="1"/>
          <p:nvPr/>
        </p:nvSpPr>
        <p:spPr>
          <a:xfrm>
            <a:off x="15279141" y="5069341"/>
            <a:ext cx="39112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037" name="3"/>
          <p:cNvSpPr txBox="1"/>
          <p:nvPr/>
        </p:nvSpPr>
        <p:spPr>
          <a:xfrm>
            <a:off x="10375879" y="7319001"/>
            <a:ext cx="460326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2038" name="Line"/>
          <p:cNvSpPr/>
          <p:nvPr/>
        </p:nvSpPr>
        <p:spPr>
          <a:xfrm>
            <a:off x="11338548" y="6958303"/>
            <a:ext cx="3390463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39" name="0"/>
          <p:cNvSpPr txBox="1"/>
          <p:nvPr/>
        </p:nvSpPr>
        <p:spPr>
          <a:xfrm>
            <a:off x="15245655" y="6513803"/>
            <a:ext cx="462559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0</a:t>
            </a:r>
          </a:p>
        </p:txBody>
      </p:sp>
      <p:grpSp>
        <p:nvGrpSpPr>
          <p:cNvPr id="2042" name="Group"/>
          <p:cNvGrpSpPr/>
          <p:nvPr/>
        </p:nvGrpSpPr>
        <p:grpSpPr>
          <a:xfrm>
            <a:off x="9971041" y="7128501"/>
            <a:ext cx="1270001" cy="1270001"/>
            <a:chOff x="0" y="0"/>
            <a:chExt cx="1270000" cy="1270000"/>
          </a:xfrm>
        </p:grpSpPr>
        <p:sp>
          <p:nvSpPr>
            <p:cNvPr id="2040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2041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2043" name="2"/>
          <p:cNvSpPr txBox="1"/>
          <p:nvPr/>
        </p:nvSpPr>
        <p:spPr>
          <a:xfrm>
            <a:off x="9193545" y="7319001"/>
            <a:ext cx="45809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2044" name="1"/>
          <p:cNvSpPr txBox="1"/>
          <p:nvPr/>
        </p:nvSpPr>
        <p:spPr>
          <a:xfrm>
            <a:off x="10410481" y="8558503"/>
            <a:ext cx="39112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2045" name="Line"/>
          <p:cNvSpPr/>
          <p:nvPr/>
        </p:nvSpPr>
        <p:spPr>
          <a:xfrm>
            <a:off x="11609754" y="8402301"/>
            <a:ext cx="3123764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46" name="1"/>
          <p:cNvSpPr txBox="1"/>
          <p:nvPr/>
        </p:nvSpPr>
        <p:spPr>
          <a:xfrm>
            <a:off x="15281374" y="7958264"/>
            <a:ext cx="39112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1</a:t>
            </a:r>
          </a:p>
        </p:txBody>
      </p:sp>
      <p:grpSp>
        <p:nvGrpSpPr>
          <p:cNvPr id="2049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047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048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050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十进制转二进制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13"/>
          <p:cNvSpPr txBox="1"/>
          <p:nvPr/>
        </p:nvSpPr>
        <p:spPr>
          <a:xfrm>
            <a:off x="9818330" y="4458997"/>
            <a:ext cx="73714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13</a:t>
            </a:r>
          </a:p>
        </p:txBody>
      </p:sp>
      <p:grpSp>
        <p:nvGrpSpPr>
          <p:cNvPr id="2055" name="Group"/>
          <p:cNvGrpSpPr/>
          <p:nvPr/>
        </p:nvGrpSpPr>
        <p:grpSpPr>
          <a:xfrm>
            <a:off x="9551903" y="4268497"/>
            <a:ext cx="1270001" cy="1270001"/>
            <a:chOff x="0" y="0"/>
            <a:chExt cx="1270000" cy="1270000"/>
          </a:xfrm>
        </p:grpSpPr>
        <p:sp>
          <p:nvSpPr>
            <p:cNvPr id="2053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2054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2056" name="2"/>
          <p:cNvSpPr txBox="1"/>
          <p:nvPr/>
        </p:nvSpPr>
        <p:spPr>
          <a:xfrm>
            <a:off x="8675785" y="4458997"/>
            <a:ext cx="45809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2057" name="6"/>
          <p:cNvSpPr txBox="1"/>
          <p:nvPr/>
        </p:nvSpPr>
        <p:spPr>
          <a:xfrm>
            <a:off x="10151750" y="5888999"/>
            <a:ext cx="46479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6</a:t>
            </a:r>
          </a:p>
        </p:txBody>
      </p:sp>
      <p:grpSp>
        <p:nvGrpSpPr>
          <p:cNvPr id="2060" name="Group"/>
          <p:cNvGrpSpPr/>
          <p:nvPr/>
        </p:nvGrpSpPr>
        <p:grpSpPr>
          <a:xfrm>
            <a:off x="9749145" y="5698499"/>
            <a:ext cx="1270001" cy="1270001"/>
            <a:chOff x="0" y="0"/>
            <a:chExt cx="1270000" cy="1270000"/>
          </a:xfrm>
        </p:grpSpPr>
        <p:sp>
          <p:nvSpPr>
            <p:cNvPr id="2058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2059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2061" name="2"/>
          <p:cNvSpPr txBox="1"/>
          <p:nvPr/>
        </p:nvSpPr>
        <p:spPr>
          <a:xfrm>
            <a:off x="8971649" y="5888999"/>
            <a:ext cx="45809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2062" name="Line"/>
          <p:cNvSpPr/>
          <p:nvPr/>
        </p:nvSpPr>
        <p:spPr>
          <a:xfrm>
            <a:off x="11239927" y="5513841"/>
            <a:ext cx="3587705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63" name="1"/>
          <p:cNvSpPr txBox="1"/>
          <p:nvPr/>
        </p:nvSpPr>
        <p:spPr>
          <a:xfrm>
            <a:off x="15279141" y="5069341"/>
            <a:ext cx="39112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064" name="3"/>
          <p:cNvSpPr txBox="1"/>
          <p:nvPr/>
        </p:nvSpPr>
        <p:spPr>
          <a:xfrm>
            <a:off x="10375879" y="7319001"/>
            <a:ext cx="460326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2065" name="Line"/>
          <p:cNvSpPr/>
          <p:nvPr/>
        </p:nvSpPr>
        <p:spPr>
          <a:xfrm>
            <a:off x="11338548" y="6958303"/>
            <a:ext cx="3390463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66" name="0"/>
          <p:cNvSpPr txBox="1"/>
          <p:nvPr/>
        </p:nvSpPr>
        <p:spPr>
          <a:xfrm>
            <a:off x="15245655" y="6513803"/>
            <a:ext cx="462559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0</a:t>
            </a:r>
          </a:p>
        </p:txBody>
      </p:sp>
      <p:grpSp>
        <p:nvGrpSpPr>
          <p:cNvPr id="2069" name="Group"/>
          <p:cNvGrpSpPr/>
          <p:nvPr/>
        </p:nvGrpSpPr>
        <p:grpSpPr>
          <a:xfrm>
            <a:off x="9971041" y="7128501"/>
            <a:ext cx="1270001" cy="1270001"/>
            <a:chOff x="0" y="0"/>
            <a:chExt cx="1270000" cy="1270000"/>
          </a:xfrm>
        </p:grpSpPr>
        <p:sp>
          <p:nvSpPr>
            <p:cNvPr id="2067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2068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2070" name="2"/>
          <p:cNvSpPr txBox="1"/>
          <p:nvPr/>
        </p:nvSpPr>
        <p:spPr>
          <a:xfrm>
            <a:off x="9193545" y="7319001"/>
            <a:ext cx="45809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2071" name="1"/>
          <p:cNvSpPr txBox="1"/>
          <p:nvPr/>
        </p:nvSpPr>
        <p:spPr>
          <a:xfrm>
            <a:off x="10410481" y="8558503"/>
            <a:ext cx="39112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072" name="Line"/>
          <p:cNvSpPr/>
          <p:nvPr/>
        </p:nvSpPr>
        <p:spPr>
          <a:xfrm>
            <a:off x="11609754" y="8402301"/>
            <a:ext cx="3123764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73" name="1"/>
          <p:cNvSpPr txBox="1"/>
          <p:nvPr/>
        </p:nvSpPr>
        <p:spPr>
          <a:xfrm>
            <a:off x="15281374" y="7958264"/>
            <a:ext cx="39112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1</a:t>
            </a:r>
          </a:p>
        </p:txBody>
      </p:sp>
      <p:grpSp>
        <p:nvGrpSpPr>
          <p:cNvPr id="2076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074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075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077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十进制转二进制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52"/>
          <p:cNvSpPr txBox="1"/>
          <p:nvPr/>
        </p:nvSpPr>
        <p:spPr>
          <a:xfrm>
            <a:off x="9787077" y="5793749"/>
            <a:ext cx="80635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52</a:t>
            </a:r>
          </a:p>
        </p:txBody>
      </p:sp>
      <p:grpSp>
        <p:nvGrpSpPr>
          <p:cNvPr id="208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08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08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083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十进制转八进制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52"/>
          <p:cNvSpPr txBox="1"/>
          <p:nvPr/>
        </p:nvSpPr>
        <p:spPr>
          <a:xfrm>
            <a:off x="9787077" y="5793749"/>
            <a:ext cx="80635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52</a:t>
            </a:r>
          </a:p>
        </p:txBody>
      </p:sp>
      <p:grpSp>
        <p:nvGrpSpPr>
          <p:cNvPr id="2088" name="Group"/>
          <p:cNvGrpSpPr/>
          <p:nvPr/>
        </p:nvGrpSpPr>
        <p:grpSpPr>
          <a:xfrm>
            <a:off x="9555252" y="5603249"/>
            <a:ext cx="1270001" cy="1270001"/>
            <a:chOff x="0" y="0"/>
            <a:chExt cx="1270000" cy="1270000"/>
          </a:xfrm>
        </p:grpSpPr>
        <p:sp>
          <p:nvSpPr>
            <p:cNvPr id="2086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2087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2089" name="8"/>
          <p:cNvSpPr txBox="1"/>
          <p:nvPr/>
        </p:nvSpPr>
        <p:spPr>
          <a:xfrm>
            <a:off x="8673553" y="5793749"/>
            <a:ext cx="469256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8</a:t>
            </a:r>
          </a:p>
        </p:txBody>
      </p:sp>
      <p:grpSp>
        <p:nvGrpSpPr>
          <p:cNvPr id="209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09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09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093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十进制转八进制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fade/>
      </p:transition>
    </mc:Choice>
    <mc:Fallback>
      <p:transition spd="slow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52"/>
          <p:cNvSpPr txBox="1"/>
          <p:nvPr/>
        </p:nvSpPr>
        <p:spPr>
          <a:xfrm>
            <a:off x="9787077" y="5793749"/>
            <a:ext cx="80635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52</a:t>
            </a:r>
          </a:p>
        </p:txBody>
      </p:sp>
      <p:grpSp>
        <p:nvGrpSpPr>
          <p:cNvPr id="2098" name="Group"/>
          <p:cNvGrpSpPr/>
          <p:nvPr/>
        </p:nvGrpSpPr>
        <p:grpSpPr>
          <a:xfrm>
            <a:off x="9555252" y="5603249"/>
            <a:ext cx="1270001" cy="1270001"/>
            <a:chOff x="0" y="0"/>
            <a:chExt cx="1270000" cy="1270000"/>
          </a:xfrm>
        </p:grpSpPr>
        <p:sp>
          <p:nvSpPr>
            <p:cNvPr id="2096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2097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2099" name="8"/>
          <p:cNvSpPr txBox="1"/>
          <p:nvPr/>
        </p:nvSpPr>
        <p:spPr>
          <a:xfrm>
            <a:off x="8673553" y="5793749"/>
            <a:ext cx="469256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8</a:t>
            </a:r>
          </a:p>
        </p:txBody>
      </p:sp>
      <p:sp>
        <p:nvSpPr>
          <p:cNvPr id="2100" name="6"/>
          <p:cNvSpPr txBox="1"/>
          <p:nvPr/>
        </p:nvSpPr>
        <p:spPr>
          <a:xfrm>
            <a:off x="10155098" y="7223751"/>
            <a:ext cx="46479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6</a:t>
            </a:r>
          </a:p>
        </p:txBody>
      </p:sp>
      <p:sp>
        <p:nvSpPr>
          <p:cNvPr id="2101" name="Line"/>
          <p:cNvSpPr/>
          <p:nvPr/>
        </p:nvSpPr>
        <p:spPr>
          <a:xfrm>
            <a:off x="11243276" y="6848593"/>
            <a:ext cx="3587705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02" name="4"/>
          <p:cNvSpPr txBox="1"/>
          <p:nvPr/>
        </p:nvSpPr>
        <p:spPr>
          <a:xfrm>
            <a:off x="15245655" y="6404093"/>
            <a:ext cx="46479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4</a:t>
            </a:r>
          </a:p>
        </p:txBody>
      </p:sp>
      <p:grpSp>
        <p:nvGrpSpPr>
          <p:cNvPr id="2105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10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10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106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十进制转八进制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52"/>
          <p:cNvSpPr txBox="1"/>
          <p:nvPr/>
        </p:nvSpPr>
        <p:spPr>
          <a:xfrm>
            <a:off x="9787077" y="5793749"/>
            <a:ext cx="80635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52</a:t>
            </a:r>
          </a:p>
        </p:txBody>
      </p:sp>
      <p:grpSp>
        <p:nvGrpSpPr>
          <p:cNvPr id="2111" name="Group"/>
          <p:cNvGrpSpPr/>
          <p:nvPr/>
        </p:nvGrpSpPr>
        <p:grpSpPr>
          <a:xfrm>
            <a:off x="9555252" y="5603249"/>
            <a:ext cx="1270001" cy="1270001"/>
            <a:chOff x="0" y="0"/>
            <a:chExt cx="1270000" cy="1270000"/>
          </a:xfrm>
        </p:grpSpPr>
        <p:sp>
          <p:nvSpPr>
            <p:cNvPr id="2109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2110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2112" name="8"/>
          <p:cNvSpPr txBox="1"/>
          <p:nvPr/>
        </p:nvSpPr>
        <p:spPr>
          <a:xfrm>
            <a:off x="8673553" y="5793749"/>
            <a:ext cx="469256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8</a:t>
            </a:r>
          </a:p>
        </p:txBody>
      </p:sp>
      <p:sp>
        <p:nvSpPr>
          <p:cNvPr id="2113" name="6"/>
          <p:cNvSpPr txBox="1"/>
          <p:nvPr/>
        </p:nvSpPr>
        <p:spPr>
          <a:xfrm>
            <a:off x="10155098" y="7223751"/>
            <a:ext cx="46479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114" name="Line"/>
          <p:cNvSpPr/>
          <p:nvPr/>
        </p:nvSpPr>
        <p:spPr>
          <a:xfrm>
            <a:off x="11243276" y="6848593"/>
            <a:ext cx="3587705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15" name="4"/>
          <p:cNvSpPr txBox="1"/>
          <p:nvPr/>
        </p:nvSpPr>
        <p:spPr>
          <a:xfrm>
            <a:off x="15245655" y="6404093"/>
            <a:ext cx="46479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4</a:t>
            </a:r>
          </a:p>
        </p:txBody>
      </p:sp>
      <p:grpSp>
        <p:nvGrpSpPr>
          <p:cNvPr id="2118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11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11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119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十进制转八进制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75"/>
          <p:cNvSpPr txBox="1"/>
          <p:nvPr/>
        </p:nvSpPr>
        <p:spPr>
          <a:xfrm>
            <a:off x="9801030" y="5793749"/>
            <a:ext cx="81081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75</a:t>
            </a:r>
          </a:p>
        </p:txBody>
      </p:sp>
      <p:grpSp>
        <p:nvGrpSpPr>
          <p:cNvPr id="2124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122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123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125" name="文本框 14"/>
          <p:cNvSpPr txBox="1"/>
          <p:nvPr/>
        </p:nvSpPr>
        <p:spPr>
          <a:xfrm>
            <a:off x="2110821" y="1106786"/>
            <a:ext cx="6697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十进制转十六进制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75"/>
          <p:cNvSpPr txBox="1"/>
          <p:nvPr/>
        </p:nvSpPr>
        <p:spPr>
          <a:xfrm>
            <a:off x="9801030" y="5793749"/>
            <a:ext cx="81081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75</a:t>
            </a:r>
          </a:p>
        </p:txBody>
      </p:sp>
      <p:grpSp>
        <p:nvGrpSpPr>
          <p:cNvPr id="2130" name="Group"/>
          <p:cNvGrpSpPr/>
          <p:nvPr/>
        </p:nvGrpSpPr>
        <p:grpSpPr>
          <a:xfrm>
            <a:off x="9571438" y="5603249"/>
            <a:ext cx="1270001" cy="1270001"/>
            <a:chOff x="0" y="0"/>
            <a:chExt cx="1270000" cy="1270000"/>
          </a:xfrm>
        </p:grpSpPr>
        <p:sp>
          <p:nvSpPr>
            <p:cNvPr id="2128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2129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2131" name="16"/>
          <p:cNvSpPr txBox="1"/>
          <p:nvPr/>
        </p:nvSpPr>
        <p:spPr>
          <a:xfrm>
            <a:off x="8553561" y="5793749"/>
            <a:ext cx="7416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16</a:t>
            </a:r>
          </a:p>
        </p:txBody>
      </p:sp>
      <p:grpSp>
        <p:nvGrpSpPr>
          <p:cNvPr id="2134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132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133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135" name="文本框 14"/>
          <p:cNvSpPr txBox="1"/>
          <p:nvPr/>
        </p:nvSpPr>
        <p:spPr>
          <a:xfrm>
            <a:off x="2110821" y="1106786"/>
            <a:ext cx="6697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十进制转十六进制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75"/>
          <p:cNvSpPr txBox="1"/>
          <p:nvPr/>
        </p:nvSpPr>
        <p:spPr>
          <a:xfrm>
            <a:off x="9801030" y="5793749"/>
            <a:ext cx="81081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75</a:t>
            </a:r>
          </a:p>
        </p:txBody>
      </p:sp>
      <p:grpSp>
        <p:nvGrpSpPr>
          <p:cNvPr id="2140" name="Group"/>
          <p:cNvGrpSpPr/>
          <p:nvPr/>
        </p:nvGrpSpPr>
        <p:grpSpPr>
          <a:xfrm>
            <a:off x="9571438" y="5603249"/>
            <a:ext cx="1270001" cy="1270001"/>
            <a:chOff x="0" y="0"/>
            <a:chExt cx="1270000" cy="1270000"/>
          </a:xfrm>
        </p:grpSpPr>
        <p:sp>
          <p:nvSpPr>
            <p:cNvPr id="2138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2139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2141" name="16"/>
          <p:cNvSpPr txBox="1"/>
          <p:nvPr/>
        </p:nvSpPr>
        <p:spPr>
          <a:xfrm>
            <a:off x="8553561" y="5793749"/>
            <a:ext cx="7416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16</a:t>
            </a:r>
          </a:p>
        </p:txBody>
      </p:sp>
      <p:sp>
        <p:nvSpPr>
          <p:cNvPr id="2142" name="4"/>
          <p:cNvSpPr txBox="1"/>
          <p:nvPr/>
        </p:nvSpPr>
        <p:spPr>
          <a:xfrm>
            <a:off x="9974042" y="7199095"/>
            <a:ext cx="46479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4</a:t>
            </a:r>
          </a:p>
        </p:txBody>
      </p:sp>
      <p:sp>
        <p:nvSpPr>
          <p:cNvPr id="2143" name="Line"/>
          <p:cNvSpPr/>
          <p:nvPr/>
        </p:nvSpPr>
        <p:spPr>
          <a:xfrm>
            <a:off x="11259462" y="6848593"/>
            <a:ext cx="3587705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44" name="11"/>
          <p:cNvSpPr txBox="1"/>
          <p:nvPr/>
        </p:nvSpPr>
        <p:spPr>
          <a:xfrm>
            <a:off x="15162497" y="6404093"/>
            <a:ext cx="66794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11</a:t>
            </a:r>
          </a:p>
        </p:txBody>
      </p:sp>
      <p:grpSp>
        <p:nvGrpSpPr>
          <p:cNvPr id="2147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14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14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148" name="文本框 14"/>
          <p:cNvSpPr txBox="1"/>
          <p:nvPr/>
        </p:nvSpPr>
        <p:spPr>
          <a:xfrm>
            <a:off x="2110821" y="1106786"/>
            <a:ext cx="6697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十进制转十六进制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75"/>
          <p:cNvSpPr txBox="1"/>
          <p:nvPr/>
        </p:nvSpPr>
        <p:spPr>
          <a:xfrm>
            <a:off x="9801030" y="5793749"/>
            <a:ext cx="810817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75</a:t>
            </a:r>
          </a:p>
        </p:txBody>
      </p:sp>
      <p:grpSp>
        <p:nvGrpSpPr>
          <p:cNvPr id="2153" name="Group"/>
          <p:cNvGrpSpPr/>
          <p:nvPr/>
        </p:nvGrpSpPr>
        <p:grpSpPr>
          <a:xfrm>
            <a:off x="9571438" y="5603249"/>
            <a:ext cx="1270001" cy="1270001"/>
            <a:chOff x="0" y="0"/>
            <a:chExt cx="1270000" cy="1270000"/>
          </a:xfrm>
        </p:grpSpPr>
        <p:sp>
          <p:nvSpPr>
            <p:cNvPr id="2151" name="Line"/>
            <p:cNvSpPr/>
            <p:nvPr/>
          </p:nvSpPr>
          <p:spPr>
            <a:xfrm flipV="1">
              <a:off x="-1" y="0"/>
              <a:ext cx="2" cy="127000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2152" name="Line"/>
            <p:cNvSpPr/>
            <p:nvPr/>
          </p:nvSpPr>
          <p:spPr>
            <a:xfrm>
              <a:off x="0" y="1254154"/>
              <a:ext cx="127000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</p:grpSp>
      <p:sp>
        <p:nvSpPr>
          <p:cNvPr id="2154" name="16"/>
          <p:cNvSpPr txBox="1"/>
          <p:nvPr/>
        </p:nvSpPr>
        <p:spPr>
          <a:xfrm>
            <a:off x="8553561" y="5793749"/>
            <a:ext cx="74161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16</a:t>
            </a:r>
          </a:p>
        </p:txBody>
      </p:sp>
      <p:sp>
        <p:nvSpPr>
          <p:cNvPr id="2155" name="4"/>
          <p:cNvSpPr txBox="1"/>
          <p:nvPr/>
        </p:nvSpPr>
        <p:spPr>
          <a:xfrm>
            <a:off x="9974042" y="7199095"/>
            <a:ext cx="46479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156" name="Line"/>
          <p:cNvSpPr/>
          <p:nvPr/>
        </p:nvSpPr>
        <p:spPr>
          <a:xfrm>
            <a:off x="11259462" y="6848593"/>
            <a:ext cx="3587705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57" name="11"/>
          <p:cNvSpPr txBox="1"/>
          <p:nvPr/>
        </p:nvSpPr>
        <p:spPr>
          <a:xfrm>
            <a:off x="15162497" y="6404093"/>
            <a:ext cx="66794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defRPr>
            </a:lvl1pPr>
          </a:lstStyle>
          <a:p>
            <a:pPr/>
            <a:r>
              <a:t>11</a:t>
            </a:r>
          </a:p>
        </p:txBody>
      </p:sp>
      <p:grpSp>
        <p:nvGrpSpPr>
          <p:cNvPr id="2160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15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15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161" name="文本框 14"/>
          <p:cNvSpPr txBox="1"/>
          <p:nvPr/>
        </p:nvSpPr>
        <p:spPr>
          <a:xfrm>
            <a:off x="2110821" y="1106786"/>
            <a:ext cx="6697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十进制转十六进制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二进制与八进制互相转换"/>
          <p:cNvSpPr txBox="1"/>
          <p:nvPr/>
        </p:nvSpPr>
        <p:spPr>
          <a:xfrm>
            <a:off x="7245350" y="6191250"/>
            <a:ext cx="9893301" cy="1333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/>
            </a:lvl1pPr>
          </a:lstStyle>
          <a:p>
            <a:pPr/>
            <a:r>
              <a:t>二进制与八进制互相转换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0"/>
          <p:cNvSpPr txBox="1"/>
          <p:nvPr/>
        </p:nvSpPr>
        <p:spPr>
          <a:xfrm>
            <a:off x="9772413" y="4834661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166" name="1"/>
          <p:cNvSpPr txBox="1"/>
          <p:nvPr/>
        </p:nvSpPr>
        <p:spPr>
          <a:xfrm>
            <a:off x="10610691" y="4834661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67" name="1"/>
          <p:cNvSpPr txBox="1"/>
          <p:nvPr/>
        </p:nvSpPr>
        <p:spPr>
          <a:xfrm>
            <a:off x="11448967" y="4834661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68" name="0"/>
          <p:cNvSpPr txBox="1"/>
          <p:nvPr/>
        </p:nvSpPr>
        <p:spPr>
          <a:xfrm>
            <a:off x="12287245" y="4834661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169" name="0"/>
          <p:cNvSpPr txBox="1"/>
          <p:nvPr/>
        </p:nvSpPr>
        <p:spPr>
          <a:xfrm>
            <a:off x="13125522" y="4834661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170" name="1"/>
          <p:cNvSpPr txBox="1"/>
          <p:nvPr/>
        </p:nvSpPr>
        <p:spPr>
          <a:xfrm>
            <a:off x="13963798" y="4834661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71" name="0"/>
          <p:cNvSpPr txBox="1"/>
          <p:nvPr/>
        </p:nvSpPr>
        <p:spPr>
          <a:xfrm>
            <a:off x="14802076" y="4834661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172" name="1"/>
          <p:cNvSpPr txBox="1"/>
          <p:nvPr/>
        </p:nvSpPr>
        <p:spPr>
          <a:xfrm>
            <a:off x="8934136" y="4834661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grpSp>
        <p:nvGrpSpPr>
          <p:cNvPr id="2175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17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17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176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二进制转八进制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0"/>
          <p:cNvSpPr txBox="1"/>
          <p:nvPr/>
        </p:nvSpPr>
        <p:spPr>
          <a:xfrm>
            <a:off x="8934136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179" name="1"/>
          <p:cNvSpPr txBox="1"/>
          <p:nvPr/>
        </p:nvSpPr>
        <p:spPr>
          <a:xfrm>
            <a:off x="10610691" y="4859316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80" name="1"/>
          <p:cNvSpPr txBox="1"/>
          <p:nvPr/>
        </p:nvSpPr>
        <p:spPr>
          <a:xfrm>
            <a:off x="11448967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81" name="0"/>
          <p:cNvSpPr txBox="1"/>
          <p:nvPr/>
        </p:nvSpPr>
        <p:spPr>
          <a:xfrm>
            <a:off x="12287245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182" name="0"/>
          <p:cNvSpPr txBox="1"/>
          <p:nvPr/>
        </p:nvSpPr>
        <p:spPr>
          <a:xfrm>
            <a:off x="13963798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183" name="1"/>
          <p:cNvSpPr txBox="1"/>
          <p:nvPr/>
        </p:nvSpPr>
        <p:spPr>
          <a:xfrm>
            <a:off x="14802076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84" name="0"/>
          <p:cNvSpPr txBox="1"/>
          <p:nvPr/>
        </p:nvSpPr>
        <p:spPr>
          <a:xfrm>
            <a:off x="15640353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185" name="1"/>
          <p:cNvSpPr txBox="1"/>
          <p:nvPr/>
        </p:nvSpPr>
        <p:spPr>
          <a:xfrm>
            <a:off x="8095860" y="4859316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grpSp>
        <p:nvGrpSpPr>
          <p:cNvPr id="2188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18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18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189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二进制转八进制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0"/>
          <p:cNvSpPr txBox="1"/>
          <p:nvPr/>
        </p:nvSpPr>
        <p:spPr>
          <a:xfrm>
            <a:off x="8934136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192" name="1"/>
          <p:cNvSpPr txBox="1"/>
          <p:nvPr/>
        </p:nvSpPr>
        <p:spPr>
          <a:xfrm>
            <a:off x="10610691" y="4859316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93" name="1"/>
          <p:cNvSpPr txBox="1"/>
          <p:nvPr/>
        </p:nvSpPr>
        <p:spPr>
          <a:xfrm>
            <a:off x="11448967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94" name="0"/>
          <p:cNvSpPr txBox="1"/>
          <p:nvPr/>
        </p:nvSpPr>
        <p:spPr>
          <a:xfrm>
            <a:off x="12287245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195" name="0"/>
          <p:cNvSpPr txBox="1"/>
          <p:nvPr/>
        </p:nvSpPr>
        <p:spPr>
          <a:xfrm>
            <a:off x="13963798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196" name="1"/>
          <p:cNvSpPr txBox="1"/>
          <p:nvPr/>
        </p:nvSpPr>
        <p:spPr>
          <a:xfrm>
            <a:off x="14802076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97" name="0"/>
          <p:cNvSpPr txBox="1"/>
          <p:nvPr/>
        </p:nvSpPr>
        <p:spPr>
          <a:xfrm>
            <a:off x="15640353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198" name="1"/>
          <p:cNvSpPr txBox="1"/>
          <p:nvPr/>
        </p:nvSpPr>
        <p:spPr>
          <a:xfrm>
            <a:off x="8095860" y="4859316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99" name="0"/>
          <p:cNvSpPr txBox="1"/>
          <p:nvPr/>
        </p:nvSpPr>
        <p:spPr>
          <a:xfrm>
            <a:off x="7257582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grpSp>
        <p:nvGrpSpPr>
          <p:cNvPr id="220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20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20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203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二进制转八进制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0"/>
          <p:cNvSpPr txBox="1"/>
          <p:nvPr/>
        </p:nvSpPr>
        <p:spPr>
          <a:xfrm>
            <a:off x="8934136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206" name="1"/>
          <p:cNvSpPr txBox="1"/>
          <p:nvPr/>
        </p:nvSpPr>
        <p:spPr>
          <a:xfrm>
            <a:off x="10610691" y="4859316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07" name="1"/>
          <p:cNvSpPr txBox="1"/>
          <p:nvPr/>
        </p:nvSpPr>
        <p:spPr>
          <a:xfrm>
            <a:off x="11448967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08" name="0"/>
          <p:cNvSpPr txBox="1"/>
          <p:nvPr/>
        </p:nvSpPr>
        <p:spPr>
          <a:xfrm>
            <a:off x="12287245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209" name="0"/>
          <p:cNvSpPr txBox="1"/>
          <p:nvPr/>
        </p:nvSpPr>
        <p:spPr>
          <a:xfrm>
            <a:off x="13963798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210" name="1"/>
          <p:cNvSpPr txBox="1"/>
          <p:nvPr/>
        </p:nvSpPr>
        <p:spPr>
          <a:xfrm>
            <a:off x="14802076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11" name="0"/>
          <p:cNvSpPr txBox="1"/>
          <p:nvPr/>
        </p:nvSpPr>
        <p:spPr>
          <a:xfrm>
            <a:off x="15640353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212" name="1"/>
          <p:cNvSpPr txBox="1"/>
          <p:nvPr/>
        </p:nvSpPr>
        <p:spPr>
          <a:xfrm>
            <a:off x="8095860" y="4859316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13" name="0"/>
          <p:cNvSpPr txBox="1"/>
          <p:nvPr/>
        </p:nvSpPr>
        <p:spPr>
          <a:xfrm>
            <a:off x="7257582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214" name="2"/>
          <p:cNvSpPr txBox="1"/>
          <p:nvPr/>
        </p:nvSpPr>
        <p:spPr>
          <a:xfrm>
            <a:off x="14802076" y="630554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grpSp>
        <p:nvGrpSpPr>
          <p:cNvPr id="2217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21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21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218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二进制转八进制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0"/>
          <p:cNvSpPr txBox="1"/>
          <p:nvPr/>
        </p:nvSpPr>
        <p:spPr>
          <a:xfrm>
            <a:off x="8934136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221" name="1"/>
          <p:cNvSpPr txBox="1"/>
          <p:nvPr/>
        </p:nvSpPr>
        <p:spPr>
          <a:xfrm>
            <a:off x="10610691" y="4859316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22" name="1"/>
          <p:cNvSpPr txBox="1"/>
          <p:nvPr/>
        </p:nvSpPr>
        <p:spPr>
          <a:xfrm>
            <a:off x="11448967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23" name="0"/>
          <p:cNvSpPr txBox="1"/>
          <p:nvPr/>
        </p:nvSpPr>
        <p:spPr>
          <a:xfrm>
            <a:off x="12287245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224" name="0"/>
          <p:cNvSpPr txBox="1"/>
          <p:nvPr/>
        </p:nvSpPr>
        <p:spPr>
          <a:xfrm>
            <a:off x="13963798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225" name="1"/>
          <p:cNvSpPr txBox="1"/>
          <p:nvPr/>
        </p:nvSpPr>
        <p:spPr>
          <a:xfrm>
            <a:off x="14802076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26" name="0"/>
          <p:cNvSpPr txBox="1"/>
          <p:nvPr/>
        </p:nvSpPr>
        <p:spPr>
          <a:xfrm>
            <a:off x="15640353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227" name="1"/>
          <p:cNvSpPr txBox="1"/>
          <p:nvPr/>
        </p:nvSpPr>
        <p:spPr>
          <a:xfrm>
            <a:off x="8095860" y="4859316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28" name="0"/>
          <p:cNvSpPr txBox="1"/>
          <p:nvPr/>
        </p:nvSpPr>
        <p:spPr>
          <a:xfrm>
            <a:off x="7257582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229" name="2"/>
          <p:cNvSpPr txBox="1"/>
          <p:nvPr/>
        </p:nvSpPr>
        <p:spPr>
          <a:xfrm>
            <a:off x="14802076" y="630554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230" name="6"/>
          <p:cNvSpPr txBox="1"/>
          <p:nvPr/>
        </p:nvSpPr>
        <p:spPr>
          <a:xfrm>
            <a:off x="11448967" y="630554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grpSp>
        <p:nvGrpSpPr>
          <p:cNvPr id="2233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23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23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234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二进制转八进制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0"/>
          <p:cNvSpPr txBox="1"/>
          <p:nvPr/>
        </p:nvSpPr>
        <p:spPr>
          <a:xfrm>
            <a:off x="8934136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237" name="1"/>
          <p:cNvSpPr txBox="1"/>
          <p:nvPr/>
        </p:nvSpPr>
        <p:spPr>
          <a:xfrm>
            <a:off x="10610691" y="4859316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38" name="1"/>
          <p:cNvSpPr txBox="1"/>
          <p:nvPr/>
        </p:nvSpPr>
        <p:spPr>
          <a:xfrm>
            <a:off x="11448967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39" name="0"/>
          <p:cNvSpPr txBox="1"/>
          <p:nvPr/>
        </p:nvSpPr>
        <p:spPr>
          <a:xfrm>
            <a:off x="12287245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240" name="0"/>
          <p:cNvSpPr txBox="1"/>
          <p:nvPr/>
        </p:nvSpPr>
        <p:spPr>
          <a:xfrm>
            <a:off x="13963798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241" name="1"/>
          <p:cNvSpPr txBox="1"/>
          <p:nvPr/>
        </p:nvSpPr>
        <p:spPr>
          <a:xfrm>
            <a:off x="14802076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42" name="0"/>
          <p:cNvSpPr txBox="1"/>
          <p:nvPr/>
        </p:nvSpPr>
        <p:spPr>
          <a:xfrm>
            <a:off x="15640353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243" name="1"/>
          <p:cNvSpPr txBox="1"/>
          <p:nvPr/>
        </p:nvSpPr>
        <p:spPr>
          <a:xfrm>
            <a:off x="8095860" y="4859316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44" name="0"/>
          <p:cNvSpPr txBox="1"/>
          <p:nvPr/>
        </p:nvSpPr>
        <p:spPr>
          <a:xfrm>
            <a:off x="7257582" y="4859316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245" name="2"/>
          <p:cNvSpPr txBox="1"/>
          <p:nvPr/>
        </p:nvSpPr>
        <p:spPr>
          <a:xfrm>
            <a:off x="14802076" y="630554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246" name="6"/>
          <p:cNvSpPr txBox="1"/>
          <p:nvPr/>
        </p:nvSpPr>
        <p:spPr>
          <a:xfrm>
            <a:off x="11448967" y="630554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247" name="2"/>
          <p:cNvSpPr txBox="1"/>
          <p:nvPr/>
        </p:nvSpPr>
        <p:spPr>
          <a:xfrm>
            <a:off x="8095860" y="6305549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grpSp>
        <p:nvGrpSpPr>
          <p:cNvPr id="2250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24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24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251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二进制转八进制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" name="1"/>
          <p:cNvSpPr txBox="1"/>
          <p:nvPr/>
        </p:nvSpPr>
        <p:spPr>
          <a:xfrm>
            <a:off x="12706384" y="535242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54" name="5"/>
          <p:cNvSpPr txBox="1"/>
          <p:nvPr/>
        </p:nvSpPr>
        <p:spPr>
          <a:xfrm>
            <a:off x="11868106" y="535242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255" name="7"/>
          <p:cNvSpPr txBox="1"/>
          <p:nvPr/>
        </p:nvSpPr>
        <p:spPr>
          <a:xfrm>
            <a:off x="11029829" y="535242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grpSp>
        <p:nvGrpSpPr>
          <p:cNvPr id="2258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25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25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259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八进制转二进制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1" name="1"/>
          <p:cNvSpPr txBox="1"/>
          <p:nvPr/>
        </p:nvSpPr>
        <p:spPr>
          <a:xfrm>
            <a:off x="15221215" y="535242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62" name="5"/>
          <p:cNvSpPr txBox="1"/>
          <p:nvPr/>
        </p:nvSpPr>
        <p:spPr>
          <a:xfrm>
            <a:off x="11868106" y="535242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263" name="7"/>
          <p:cNvSpPr txBox="1"/>
          <p:nvPr/>
        </p:nvSpPr>
        <p:spPr>
          <a:xfrm>
            <a:off x="8514998" y="535242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grpSp>
        <p:nvGrpSpPr>
          <p:cNvPr id="2266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264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265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267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八进制转二进制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1"/>
          <p:cNvSpPr txBox="1"/>
          <p:nvPr/>
        </p:nvSpPr>
        <p:spPr>
          <a:xfrm>
            <a:off x="15221215" y="535242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70" name="5"/>
          <p:cNvSpPr txBox="1"/>
          <p:nvPr/>
        </p:nvSpPr>
        <p:spPr>
          <a:xfrm>
            <a:off x="11868106" y="535242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271" name="7"/>
          <p:cNvSpPr txBox="1"/>
          <p:nvPr/>
        </p:nvSpPr>
        <p:spPr>
          <a:xfrm>
            <a:off x="8514998" y="535242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272" name="001"/>
          <p:cNvSpPr txBox="1"/>
          <p:nvPr/>
        </p:nvSpPr>
        <p:spPr>
          <a:xfrm>
            <a:off x="14687728" y="6757767"/>
            <a:ext cx="1714761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001</a:t>
            </a:r>
          </a:p>
        </p:txBody>
      </p:sp>
      <p:grpSp>
        <p:nvGrpSpPr>
          <p:cNvPr id="2275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27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27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276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八进制转二进制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1"/>
          <p:cNvSpPr txBox="1"/>
          <p:nvPr/>
        </p:nvSpPr>
        <p:spPr>
          <a:xfrm>
            <a:off x="15221215" y="535242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79" name="5"/>
          <p:cNvSpPr txBox="1"/>
          <p:nvPr/>
        </p:nvSpPr>
        <p:spPr>
          <a:xfrm>
            <a:off x="11868106" y="535242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280" name="7"/>
          <p:cNvSpPr txBox="1"/>
          <p:nvPr/>
        </p:nvSpPr>
        <p:spPr>
          <a:xfrm>
            <a:off x="8514998" y="535242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281" name="001"/>
          <p:cNvSpPr txBox="1"/>
          <p:nvPr/>
        </p:nvSpPr>
        <p:spPr>
          <a:xfrm>
            <a:off x="14687728" y="6757767"/>
            <a:ext cx="1714761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001</a:t>
            </a:r>
          </a:p>
        </p:txBody>
      </p:sp>
      <p:sp>
        <p:nvSpPr>
          <p:cNvPr id="2282" name="101"/>
          <p:cNvSpPr txBox="1"/>
          <p:nvPr/>
        </p:nvSpPr>
        <p:spPr>
          <a:xfrm>
            <a:off x="11334619" y="6757767"/>
            <a:ext cx="1714762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101</a:t>
            </a:r>
          </a:p>
        </p:txBody>
      </p:sp>
      <p:grpSp>
        <p:nvGrpSpPr>
          <p:cNvPr id="2285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28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28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286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八进制转二进制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8" name="1"/>
          <p:cNvSpPr txBox="1"/>
          <p:nvPr/>
        </p:nvSpPr>
        <p:spPr>
          <a:xfrm>
            <a:off x="15221215" y="535242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89" name="5"/>
          <p:cNvSpPr txBox="1"/>
          <p:nvPr/>
        </p:nvSpPr>
        <p:spPr>
          <a:xfrm>
            <a:off x="11868106" y="535242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290" name="7"/>
          <p:cNvSpPr txBox="1"/>
          <p:nvPr/>
        </p:nvSpPr>
        <p:spPr>
          <a:xfrm>
            <a:off x="8514998" y="535242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291" name="001"/>
          <p:cNvSpPr txBox="1"/>
          <p:nvPr/>
        </p:nvSpPr>
        <p:spPr>
          <a:xfrm>
            <a:off x="14687728" y="6757767"/>
            <a:ext cx="1714761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001</a:t>
            </a:r>
          </a:p>
        </p:txBody>
      </p:sp>
      <p:sp>
        <p:nvSpPr>
          <p:cNvPr id="2292" name="101"/>
          <p:cNvSpPr txBox="1"/>
          <p:nvPr/>
        </p:nvSpPr>
        <p:spPr>
          <a:xfrm>
            <a:off x="11334619" y="6757767"/>
            <a:ext cx="1714762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101</a:t>
            </a:r>
          </a:p>
        </p:txBody>
      </p:sp>
      <p:sp>
        <p:nvSpPr>
          <p:cNvPr id="2293" name="111"/>
          <p:cNvSpPr txBox="1"/>
          <p:nvPr/>
        </p:nvSpPr>
        <p:spPr>
          <a:xfrm>
            <a:off x="7981511" y="6757767"/>
            <a:ext cx="1714761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111</a:t>
            </a:r>
          </a:p>
        </p:txBody>
      </p:sp>
      <p:grpSp>
        <p:nvGrpSpPr>
          <p:cNvPr id="2296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294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295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297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八进制转二进制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1"/>
          <p:cNvSpPr txBox="1"/>
          <p:nvPr/>
        </p:nvSpPr>
        <p:spPr>
          <a:xfrm>
            <a:off x="15221215" y="535242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00" name="5"/>
          <p:cNvSpPr txBox="1"/>
          <p:nvPr/>
        </p:nvSpPr>
        <p:spPr>
          <a:xfrm>
            <a:off x="11868106" y="535242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301" name="7"/>
          <p:cNvSpPr txBox="1"/>
          <p:nvPr/>
        </p:nvSpPr>
        <p:spPr>
          <a:xfrm>
            <a:off x="8514998" y="535242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302" name="001"/>
          <p:cNvSpPr txBox="1"/>
          <p:nvPr/>
        </p:nvSpPr>
        <p:spPr>
          <a:xfrm>
            <a:off x="14687728" y="6757767"/>
            <a:ext cx="1714761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001</a:t>
            </a:r>
          </a:p>
        </p:txBody>
      </p:sp>
      <p:sp>
        <p:nvSpPr>
          <p:cNvPr id="2303" name="101"/>
          <p:cNvSpPr txBox="1"/>
          <p:nvPr/>
        </p:nvSpPr>
        <p:spPr>
          <a:xfrm>
            <a:off x="11334619" y="6757767"/>
            <a:ext cx="1714762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101</a:t>
            </a:r>
          </a:p>
        </p:txBody>
      </p:sp>
      <p:sp>
        <p:nvSpPr>
          <p:cNvPr id="2304" name="111"/>
          <p:cNvSpPr txBox="1"/>
          <p:nvPr/>
        </p:nvSpPr>
        <p:spPr>
          <a:xfrm>
            <a:off x="7981511" y="6757767"/>
            <a:ext cx="1714761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111</a:t>
            </a:r>
          </a:p>
        </p:txBody>
      </p:sp>
      <p:sp>
        <p:nvSpPr>
          <p:cNvPr id="2305" name="111101001"/>
          <p:cNvSpPr txBox="1"/>
          <p:nvPr/>
        </p:nvSpPr>
        <p:spPr>
          <a:xfrm>
            <a:off x="9734159" y="8730184"/>
            <a:ext cx="4915682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111101001</a:t>
            </a:r>
          </a:p>
        </p:txBody>
      </p:sp>
      <p:grpSp>
        <p:nvGrpSpPr>
          <p:cNvPr id="2308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30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30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309" name="文本框 14"/>
          <p:cNvSpPr txBox="1"/>
          <p:nvPr/>
        </p:nvSpPr>
        <p:spPr>
          <a:xfrm>
            <a:off x="2110821" y="1106786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八进制转二进制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二进制与十六进制互相转换"/>
          <p:cNvSpPr txBox="1"/>
          <p:nvPr/>
        </p:nvSpPr>
        <p:spPr>
          <a:xfrm>
            <a:off x="6800850" y="6191250"/>
            <a:ext cx="10782301" cy="1333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/>
            </a:lvl1pPr>
          </a:lstStyle>
          <a:p>
            <a:pPr/>
            <a:r>
              <a:t>二进制与十六进制互相转换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0"/>
          <p:cNvSpPr txBox="1"/>
          <p:nvPr/>
        </p:nvSpPr>
        <p:spPr>
          <a:xfrm>
            <a:off x="9353274" y="535242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14" name="1"/>
          <p:cNvSpPr txBox="1"/>
          <p:nvPr/>
        </p:nvSpPr>
        <p:spPr>
          <a:xfrm>
            <a:off x="10191552" y="535242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15" name="1"/>
          <p:cNvSpPr txBox="1"/>
          <p:nvPr/>
        </p:nvSpPr>
        <p:spPr>
          <a:xfrm>
            <a:off x="11029829" y="535242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16" name="0"/>
          <p:cNvSpPr txBox="1"/>
          <p:nvPr/>
        </p:nvSpPr>
        <p:spPr>
          <a:xfrm>
            <a:off x="11868106" y="535242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17" name="1"/>
          <p:cNvSpPr txBox="1"/>
          <p:nvPr/>
        </p:nvSpPr>
        <p:spPr>
          <a:xfrm>
            <a:off x="12706384" y="535242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18" name="1"/>
          <p:cNvSpPr txBox="1"/>
          <p:nvPr/>
        </p:nvSpPr>
        <p:spPr>
          <a:xfrm>
            <a:off x="13544660" y="535242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19" name="0"/>
          <p:cNvSpPr txBox="1"/>
          <p:nvPr/>
        </p:nvSpPr>
        <p:spPr>
          <a:xfrm>
            <a:off x="14382937" y="535242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20" name="1"/>
          <p:cNvSpPr txBox="1"/>
          <p:nvPr/>
        </p:nvSpPr>
        <p:spPr>
          <a:xfrm>
            <a:off x="8514998" y="535242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21" name="1"/>
          <p:cNvSpPr txBox="1"/>
          <p:nvPr/>
        </p:nvSpPr>
        <p:spPr>
          <a:xfrm>
            <a:off x="15221216" y="535242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grpSp>
        <p:nvGrpSpPr>
          <p:cNvPr id="2324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322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323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325" name="文本框 14"/>
          <p:cNvSpPr txBox="1"/>
          <p:nvPr/>
        </p:nvSpPr>
        <p:spPr>
          <a:xfrm>
            <a:off x="2110821" y="1106786"/>
            <a:ext cx="6697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二进制转十六进制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0"/>
          <p:cNvSpPr txBox="1"/>
          <p:nvPr/>
        </p:nvSpPr>
        <p:spPr>
          <a:xfrm>
            <a:off x="9353274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28" name="1"/>
          <p:cNvSpPr txBox="1"/>
          <p:nvPr/>
        </p:nvSpPr>
        <p:spPr>
          <a:xfrm>
            <a:off x="10191552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29" name="1"/>
          <p:cNvSpPr txBox="1"/>
          <p:nvPr/>
        </p:nvSpPr>
        <p:spPr>
          <a:xfrm>
            <a:off x="11029829" y="530311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30" name="0"/>
          <p:cNvSpPr txBox="1"/>
          <p:nvPr/>
        </p:nvSpPr>
        <p:spPr>
          <a:xfrm>
            <a:off x="11868106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31" name="1"/>
          <p:cNvSpPr txBox="1"/>
          <p:nvPr/>
        </p:nvSpPr>
        <p:spPr>
          <a:xfrm>
            <a:off x="13791212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32" name="1"/>
          <p:cNvSpPr txBox="1"/>
          <p:nvPr/>
        </p:nvSpPr>
        <p:spPr>
          <a:xfrm>
            <a:off x="14629488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33" name="0"/>
          <p:cNvSpPr txBox="1"/>
          <p:nvPr/>
        </p:nvSpPr>
        <p:spPr>
          <a:xfrm>
            <a:off x="15467765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34" name="1"/>
          <p:cNvSpPr txBox="1"/>
          <p:nvPr/>
        </p:nvSpPr>
        <p:spPr>
          <a:xfrm>
            <a:off x="7430168" y="530311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35" name="1"/>
          <p:cNvSpPr txBox="1"/>
          <p:nvPr/>
        </p:nvSpPr>
        <p:spPr>
          <a:xfrm>
            <a:off x="16306045" y="530311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grpSp>
        <p:nvGrpSpPr>
          <p:cNvPr id="2338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33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33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339" name="文本框 14"/>
          <p:cNvSpPr txBox="1"/>
          <p:nvPr/>
        </p:nvSpPr>
        <p:spPr>
          <a:xfrm>
            <a:off x="2110821" y="1106786"/>
            <a:ext cx="6697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二进制转十六进制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0"/>
          <p:cNvSpPr txBox="1"/>
          <p:nvPr/>
        </p:nvSpPr>
        <p:spPr>
          <a:xfrm>
            <a:off x="10733966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42" name="1"/>
          <p:cNvSpPr txBox="1"/>
          <p:nvPr/>
        </p:nvSpPr>
        <p:spPr>
          <a:xfrm>
            <a:off x="11572244" y="530311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43" name="1"/>
          <p:cNvSpPr txBox="1"/>
          <p:nvPr/>
        </p:nvSpPr>
        <p:spPr>
          <a:xfrm>
            <a:off x="12410520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44" name="0"/>
          <p:cNvSpPr txBox="1"/>
          <p:nvPr/>
        </p:nvSpPr>
        <p:spPr>
          <a:xfrm>
            <a:off x="13248799" y="530311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45" name="1"/>
          <p:cNvSpPr txBox="1"/>
          <p:nvPr/>
        </p:nvSpPr>
        <p:spPr>
          <a:xfrm>
            <a:off x="15171904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46" name="1"/>
          <p:cNvSpPr txBox="1"/>
          <p:nvPr/>
        </p:nvSpPr>
        <p:spPr>
          <a:xfrm>
            <a:off x="16010180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47" name="0"/>
          <p:cNvSpPr txBox="1"/>
          <p:nvPr/>
        </p:nvSpPr>
        <p:spPr>
          <a:xfrm>
            <a:off x="16848458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48" name="1"/>
          <p:cNvSpPr txBox="1"/>
          <p:nvPr/>
        </p:nvSpPr>
        <p:spPr>
          <a:xfrm>
            <a:off x="8934138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49" name="1"/>
          <p:cNvSpPr txBox="1"/>
          <p:nvPr/>
        </p:nvSpPr>
        <p:spPr>
          <a:xfrm>
            <a:off x="17686737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50" name="0"/>
          <p:cNvSpPr txBox="1"/>
          <p:nvPr/>
        </p:nvSpPr>
        <p:spPr>
          <a:xfrm>
            <a:off x="7972583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92929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51" name="0"/>
          <p:cNvSpPr txBox="1"/>
          <p:nvPr/>
        </p:nvSpPr>
        <p:spPr>
          <a:xfrm>
            <a:off x="7011030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92929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52" name="0"/>
          <p:cNvSpPr txBox="1"/>
          <p:nvPr/>
        </p:nvSpPr>
        <p:spPr>
          <a:xfrm>
            <a:off x="6049476" y="530311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92929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grpSp>
        <p:nvGrpSpPr>
          <p:cNvPr id="2355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35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35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356" name="文本框 14"/>
          <p:cNvSpPr txBox="1"/>
          <p:nvPr/>
        </p:nvSpPr>
        <p:spPr>
          <a:xfrm>
            <a:off x="2110821" y="1106786"/>
            <a:ext cx="6697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二进制转十六进制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0"/>
          <p:cNvSpPr txBox="1"/>
          <p:nvPr/>
        </p:nvSpPr>
        <p:spPr>
          <a:xfrm>
            <a:off x="10733966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59" name="1"/>
          <p:cNvSpPr txBox="1"/>
          <p:nvPr/>
        </p:nvSpPr>
        <p:spPr>
          <a:xfrm>
            <a:off x="11572244" y="530311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60" name="1"/>
          <p:cNvSpPr txBox="1"/>
          <p:nvPr/>
        </p:nvSpPr>
        <p:spPr>
          <a:xfrm>
            <a:off x="12410520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61" name="0"/>
          <p:cNvSpPr txBox="1"/>
          <p:nvPr/>
        </p:nvSpPr>
        <p:spPr>
          <a:xfrm>
            <a:off x="13248799" y="530311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62" name="1"/>
          <p:cNvSpPr txBox="1"/>
          <p:nvPr/>
        </p:nvSpPr>
        <p:spPr>
          <a:xfrm>
            <a:off x="15171904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63" name="1"/>
          <p:cNvSpPr txBox="1"/>
          <p:nvPr/>
        </p:nvSpPr>
        <p:spPr>
          <a:xfrm>
            <a:off x="16010180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64" name="0"/>
          <p:cNvSpPr txBox="1"/>
          <p:nvPr/>
        </p:nvSpPr>
        <p:spPr>
          <a:xfrm>
            <a:off x="16848458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65" name="1"/>
          <p:cNvSpPr txBox="1"/>
          <p:nvPr/>
        </p:nvSpPr>
        <p:spPr>
          <a:xfrm>
            <a:off x="8934138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66" name="1"/>
          <p:cNvSpPr txBox="1"/>
          <p:nvPr/>
        </p:nvSpPr>
        <p:spPr>
          <a:xfrm>
            <a:off x="17686737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67" name="0"/>
          <p:cNvSpPr txBox="1"/>
          <p:nvPr/>
        </p:nvSpPr>
        <p:spPr>
          <a:xfrm>
            <a:off x="7972583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92929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68" name="0"/>
          <p:cNvSpPr txBox="1"/>
          <p:nvPr/>
        </p:nvSpPr>
        <p:spPr>
          <a:xfrm>
            <a:off x="7011030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92929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69" name="0"/>
          <p:cNvSpPr txBox="1"/>
          <p:nvPr/>
        </p:nvSpPr>
        <p:spPr>
          <a:xfrm>
            <a:off x="6049476" y="530311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92929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70" name="d"/>
          <p:cNvSpPr txBox="1"/>
          <p:nvPr/>
        </p:nvSpPr>
        <p:spPr>
          <a:xfrm>
            <a:off x="16429321" y="6930353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</a:t>
            </a:r>
          </a:p>
        </p:txBody>
      </p:sp>
      <p:grpSp>
        <p:nvGrpSpPr>
          <p:cNvPr id="2373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37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37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374" name="文本框 14"/>
          <p:cNvSpPr txBox="1"/>
          <p:nvPr/>
        </p:nvSpPr>
        <p:spPr>
          <a:xfrm>
            <a:off x="2110821" y="1106786"/>
            <a:ext cx="6697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二进制转十六进制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0"/>
          <p:cNvSpPr txBox="1"/>
          <p:nvPr/>
        </p:nvSpPr>
        <p:spPr>
          <a:xfrm>
            <a:off x="10733966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77" name="1"/>
          <p:cNvSpPr txBox="1"/>
          <p:nvPr/>
        </p:nvSpPr>
        <p:spPr>
          <a:xfrm>
            <a:off x="11572244" y="530311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78" name="1"/>
          <p:cNvSpPr txBox="1"/>
          <p:nvPr/>
        </p:nvSpPr>
        <p:spPr>
          <a:xfrm>
            <a:off x="12410520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79" name="0"/>
          <p:cNvSpPr txBox="1"/>
          <p:nvPr/>
        </p:nvSpPr>
        <p:spPr>
          <a:xfrm>
            <a:off x="13248799" y="530311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80" name="1"/>
          <p:cNvSpPr txBox="1"/>
          <p:nvPr/>
        </p:nvSpPr>
        <p:spPr>
          <a:xfrm>
            <a:off x="15171904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81" name="1"/>
          <p:cNvSpPr txBox="1"/>
          <p:nvPr/>
        </p:nvSpPr>
        <p:spPr>
          <a:xfrm>
            <a:off x="16010180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82" name="0"/>
          <p:cNvSpPr txBox="1"/>
          <p:nvPr/>
        </p:nvSpPr>
        <p:spPr>
          <a:xfrm>
            <a:off x="16848458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83" name="1"/>
          <p:cNvSpPr txBox="1"/>
          <p:nvPr/>
        </p:nvSpPr>
        <p:spPr>
          <a:xfrm>
            <a:off x="8934138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84" name="1"/>
          <p:cNvSpPr txBox="1"/>
          <p:nvPr/>
        </p:nvSpPr>
        <p:spPr>
          <a:xfrm>
            <a:off x="17686737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85" name="0"/>
          <p:cNvSpPr txBox="1"/>
          <p:nvPr/>
        </p:nvSpPr>
        <p:spPr>
          <a:xfrm>
            <a:off x="7972583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92929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86" name="0"/>
          <p:cNvSpPr txBox="1"/>
          <p:nvPr/>
        </p:nvSpPr>
        <p:spPr>
          <a:xfrm>
            <a:off x="7011030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92929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87" name="0"/>
          <p:cNvSpPr txBox="1"/>
          <p:nvPr/>
        </p:nvSpPr>
        <p:spPr>
          <a:xfrm>
            <a:off x="6049476" y="530311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92929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88" name="d"/>
          <p:cNvSpPr txBox="1"/>
          <p:nvPr/>
        </p:nvSpPr>
        <p:spPr>
          <a:xfrm>
            <a:off x="16429321" y="6930353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2389" name="6"/>
          <p:cNvSpPr txBox="1"/>
          <p:nvPr/>
        </p:nvSpPr>
        <p:spPr>
          <a:xfrm>
            <a:off x="11868106" y="6930353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grpSp>
        <p:nvGrpSpPr>
          <p:cNvPr id="239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39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39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393" name="文本框 14"/>
          <p:cNvSpPr txBox="1"/>
          <p:nvPr/>
        </p:nvSpPr>
        <p:spPr>
          <a:xfrm>
            <a:off x="2110821" y="1106786"/>
            <a:ext cx="6697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二进制转十六进制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5" name="0"/>
          <p:cNvSpPr txBox="1"/>
          <p:nvPr/>
        </p:nvSpPr>
        <p:spPr>
          <a:xfrm>
            <a:off x="10733966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96" name="1"/>
          <p:cNvSpPr txBox="1"/>
          <p:nvPr/>
        </p:nvSpPr>
        <p:spPr>
          <a:xfrm>
            <a:off x="11572244" y="530311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97" name="1"/>
          <p:cNvSpPr txBox="1"/>
          <p:nvPr/>
        </p:nvSpPr>
        <p:spPr>
          <a:xfrm>
            <a:off x="12410520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98" name="0"/>
          <p:cNvSpPr txBox="1"/>
          <p:nvPr/>
        </p:nvSpPr>
        <p:spPr>
          <a:xfrm>
            <a:off x="13248799" y="530311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399" name="1"/>
          <p:cNvSpPr txBox="1"/>
          <p:nvPr/>
        </p:nvSpPr>
        <p:spPr>
          <a:xfrm>
            <a:off x="15171904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400" name="1"/>
          <p:cNvSpPr txBox="1"/>
          <p:nvPr/>
        </p:nvSpPr>
        <p:spPr>
          <a:xfrm>
            <a:off x="16010180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401" name="0"/>
          <p:cNvSpPr txBox="1"/>
          <p:nvPr/>
        </p:nvSpPr>
        <p:spPr>
          <a:xfrm>
            <a:off x="16848458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402" name="1"/>
          <p:cNvSpPr txBox="1"/>
          <p:nvPr/>
        </p:nvSpPr>
        <p:spPr>
          <a:xfrm>
            <a:off x="8934138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403" name="1"/>
          <p:cNvSpPr txBox="1"/>
          <p:nvPr/>
        </p:nvSpPr>
        <p:spPr>
          <a:xfrm>
            <a:off x="17686737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404" name="0"/>
          <p:cNvSpPr txBox="1"/>
          <p:nvPr/>
        </p:nvSpPr>
        <p:spPr>
          <a:xfrm>
            <a:off x="7972583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92929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405" name="0"/>
          <p:cNvSpPr txBox="1"/>
          <p:nvPr/>
        </p:nvSpPr>
        <p:spPr>
          <a:xfrm>
            <a:off x="7011030" y="5303110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92929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406" name="0"/>
          <p:cNvSpPr txBox="1"/>
          <p:nvPr/>
        </p:nvSpPr>
        <p:spPr>
          <a:xfrm>
            <a:off x="6049476" y="5303110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rgbClr val="92929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407" name="d"/>
          <p:cNvSpPr txBox="1"/>
          <p:nvPr/>
        </p:nvSpPr>
        <p:spPr>
          <a:xfrm>
            <a:off x="16429321" y="6930353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2408" name="6"/>
          <p:cNvSpPr txBox="1"/>
          <p:nvPr/>
        </p:nvSpPr>
        <p:spPr>
          <a:xfrm>
            <a:off x="11868106" y="6930353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409" name="1"/>
          <p:cNvSpPr txBox="1"/>
          <p:nvPr/>
        </p:nvSpPr>
        <p:spPr>
          <a:xfrm>
            <a:off x="7602756" y="6930353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grpSp>
        <p:nvGrpSpPr>
          <p:cNvPr id="241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41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41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413" name="文本框 14"/>
          <p:cNvSpPr txBox="1"/>
          <p:nvPr/>
        </p:nvSpPr>
        <p:spPr>
          <a:xfrm>
            <a:off x="2110821" y="1106786"/>
            <a:ext cx="6697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二进制转十六进制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5"/>
          <p:cNvSpPr txBox="1"/>
          <p:nvPr/>
        </p:nvSpPr>
        <p:spPr>
          <a:xfrm>
            <a:off x="10610690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416" name="a"/>
          <p:cNvSpPr txBox="1"/>
          <p:nvPr/>
        </p:nvSpPr>
        <p:spPr>
          <a:xfrm>
            <a:off x="11448967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417" name="4"/>
          <p:cNvSpPr txBox="1"/>
          <p:nvPr/>
        </p:nvSpPr>
        <p:spPr>
          <a:xfrm>
            <a:off x="12287244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418" name="e"/>
          <p:cNvSpPr txBox="1"/>
          <p:nvPr/>
        </p:nvSpPr>
        <p:spPr>
          <a:xfrm>
            <a:off x="13125522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grpSp>
        <p:nvGrpSpPr>
          <p:cNvPr id="2421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419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420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422" name="文本框 14"/>
          <p:cNvSpPr txBox="1"/>
          <p:nvPr/>
        </p:nvSpPr>
        <p:spPr>
          <a:xfrm>
            <a:off x="2110821" y="1106786"/>
            <a:ext cx="6697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十六进制转二进制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5"/>
          <p:cNvSpPr txBox="1"/>
          <p:nvPr/>
        </p:nvSpPr>
        <p:spPr>
          <a:xfrm>
            <a:off x="7430168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425" name="a"/>
          <p:cNvSpPr txBox="1"/>
          <p:nvPr/>
        </p:nvSpPr>
        <p:spPr>
          <a:xfrm>
            <a:off x="10388793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426" name="4"/>
          <p:cNvSpPr txBox="1"/>
          <p:nvPr/>
        </p:nvSpPr>
        <p:spPr>
          <a:xfrm>
            <a:off x="13347419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427" name="e"/>
          <p:cNvSpPr txBox="1"/>
          <p:nvPr/>
        </p:nvSpPr>
        <p:spPr>
          <a:xfrm>
            <a:off x="16306045" y="5155179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grpSp>
        <p:nvGrpSpPr>
          <p:cNvPr id="2430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42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42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431" name="文本框 14"/>
          <p:cNvSpPr txBox="1"/>
          <p:nvPr/>
        </p:nvSpPr>
        <p:spPr>
          <a:xfrm>
            <a:off x="2110821" y="1106786"/>
            <a:ext cx="6697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十六进制转二进制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1000">
        <p159:morph option="byObject"/>
      </p:transition>
    </mc:Choice>
    <mc:Fallback>
      <p:transition spd="med">
        <p:fade/>
      </p:transition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3" name="5"/>
          <p:cNvSpPr txBox="1"/>
          <p:nvPr/>
        </p:nvSpPr>
        <p:spPr>
          <a:xfrm>
            <a:off x="7430168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434" name="a"/>
          <p:cNvSpPr txBox="1"/>
          <p:nvPr/>
        </p:nvSpPr>
        <p:spPr>
          <a:xfrm>
            <a:off x="10388793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435" name="4"/>
          <p:cNvSpPr txBox="1"/>
          <p:nvPr/>
        </p:nvSpPr>
        <p:spPr>
          <a:xfrm>
            <a:off x="13347419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436" name="e"/>
          <p:cNvSpPr txBox="1"/>
          <p:nvPr/>
        </p:nvSpPr>
        <p:spPr>
          <a:xfrm>
            <a:off x="16306045" y="5155179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2437" name="1110"/>
          <p:cNvSpPr txBox="1"/>
          <p:nvPr/>
        </p:nvSpPr>
        <p:spPr>
          <a:xfrm>
            <a:off x="15505814" y="7127595"/>
            <a:ext cx="2248249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1110</a:t>
            </a:r>
          </a:p>
        </p:txBody>
      </p:sp>
      <p:grpSp>
        <p:nvGrpSpPr>
          <p:cNvPr id="2440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43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43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441" name="文本框 14"/>
          <p:cNvSpPr txBox="1"/>
          <p:nvPr/>
        </p:nvSpPr>
        <p:spPr>
          <a:xfrm>
            <a:off x="2110821" y="1106786"/>
            <a:ext cx="6697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十六进制转二进制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5"/>
          <p:cNvSpPr txBox="1"/>
          <p:nvPr/>
        </p:nvSpPr>
        <p:spPr>
          <a:xfrm>
            <a:off x="7430168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444" name="a"/>
          <p:cNvSpPr txBox="1"/>
          <p:nvPr/>
        </p:nvSpPr>
        <p:spPr>
          <a:xfrm>
            <a:off x="10388793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445" name="4"/>
          <p:cNvSpPr txBox="1"/>
          <p:nvPr/>
        </p:nvSpPr>
        <p:spPr>
          <a:xfrm>
            <a:off x="13347419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446" name="e"/>
          <p:cNvSpPr txBox="1"/>
          <p:nvPr/>
        </p:nvSpPr>
        <p:spPr>
          <a:xfrm>
            <a:off x="16306045" y="5155179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2447" name="1110"/>
          <p:cNvSpPr txBox="1"/>
          <p:nvPr/>
        </p:nvSpPr>
        <p:spPr>
          <a:xfrm>
            <a:off x="15505814" y="7127595"/>
            <a:ext cx="2248249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1110</a:t>
            </a:r>
          </a:p>
        </p:txBody>
      </p:sp>
      <p:sp>
        <p:nvSpPr>
          <p:cNvPr id="2448" name="0100"/>
          <p:cNvSpPr txBox="1"/>
          <p:nvPr/>
        </p:nvSpPr>
        <p:spPr>
          <a:xfrm>
            <a:off x="12547189" y="7127595"/>
            <a:ext cx="224824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0100</a:t>
            </a:r>
          </a:p>
        </p:txBody>
      </p:sp>
      <p:grpSp>
        <p:nvGrpSpPr>
          <p:cNvPr id="2451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449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450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452" name="文本框 14"/>
          <p:cNvSpPr txBox="1"/>
          <p:nvPr/>
        </p:nvSpPr>
        <p:spPr>
          <a:xfrm>
            <a:off x="2110821" y="1106786"/>
            <a:ext cx="6697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十六进制转二进制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899">
        <p:fade/>
      </p:transition>
    </mc:Choice>
    <mc:Fallback>
      <p:transition spd="med">
        <p:fade/>
      </p:transition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4" name="5"/>
          <p:cNvSpPr txBox="1"/>
          <p:nvPr/>
        </p:nvSpPr>
        <p:spPr>
          <a:xfrm>
            <a:off x="7430168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455" name="a"/>
          <p:cNvSpPr txBox="1"/>
          <p:nvPr/>
        </p:nvSpPr>
        <p:spPr>
          <a:xfrm>
            <a:off x="10388793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456" name="4"/>
          <p:cNvSpPr txBox="1"/>
          <p:nvPr/>
        </p:nvSpPr>
        <p:spPr>
          <a:xfrm>
            <a:off x="13347419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457" name="e"/>
          <p:cNvSpPr txBox="1"/>
          <p:nvPr/>
        </p:nvSpPr>
        <p:spPr>
          <a:xfrm>
            <a:off x="16306045" y="5155179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2458" name="1110"/>
          <p:cNvSpPr txBox="1"/>
          <p:nvPr/>
        </p:nvSpPr>
        <p:spPr>
          <a:xfrm>
            <a:off x="15505814" y="7127595"/>
            <a:ext cx="2248249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1110</a:t>
            </a:r>
          </a:p>
        </p:txBody>
      </p:sp>
      <p:sp>
        <p:nvSpPr>
          <p:cNvPr id="2459" name="0100"/>
          <p:cNvSpPr txBox="1"/>
          <p:nvPr/>
        </p:nvSpPr>
        <p:spPr>
          <a:xfrm>
            <a:off x="12547189" y="7127595"/>
            <a:ext cx="224824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0100</a:t>
            </a:r>
          </a:p>
        </p:txBody>
      </p:sp>
      <p:sp>
        <p:nvSpPr>
          <p:cNvPr id="2460" name="1010"/>
          <p:cNvSpPr txBox="1"/>
          <p:nvPr/>
        </p:nvSpPr>
        <p:spPr>
          <a:xfrm>
            <a:off x="9588563" y="7127595"/>
            <a:ext cx="224824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1010</a:t>
            </a:r>
          </a:p>
        </p:txBody>
      </p:sp>
      <p:grpSp>
        <p:nvGrpSpPr>
          <p:cNvPr id="2463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46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46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464" name="文本框 14"/>
          <p:cNvSpPr txBox="1"/>
          <p:nvPr/>
        </p:nvSpPr>
        <p:spPr>
          <a:xfrm>
            <a:off x="2110821" y="1106786"/>
            <a:ext cx="6697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十六进制转二进制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5"/>
          <p:cNvSpPr txBox="1"/>
          <p:nvPr/>
        </p:nvSpPr>
        <p:spPr>
          <a:xfrm>
            <a:off x="7430168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467" name="a"/>
          <p:cNvSpPr txBox="1"/>
          <p:nvPr/>
        </p:nvSpPr>
        <p:spPr>
          <a:xfrm>
            <a:off x="10388793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468" name="4"/>
          <p:cNvSpPr txBox="1"/>
          <p:nvPr/>
        </p:nvSpPr>
        <p:spPr>
          <a:xfrm>
            <a:off x="13347419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469" name="e"/>
          <p:cNvSpPr txBox="1"/>
          <p:nvPr/>
        </p:nvSpPr>
        <p:spPr>
          <a:xfrm>
            <a:off x="16306045" y="5155179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2470" name="1110"/>
          <p:cNvSpPr txBox="1"/>
          <p:nvPr/>
        </p:nvSpPr>
        <p:spPr>
          <a:xfrm>
            <a:off x="15505814" y="7127595"/>
            <a:ext cx="2248249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1110</a:t>
            </a:r>
          </a:p>
        </p:txBody>
      </p:sp>
      <p:sp>
        <p:nvSpPr>
          <p:cNvPr id="2471" name="0100"/>
          <p:cNvSpPr txBox="1"/>
          <p:nvPr/>
        </p:nvSpPr>
        <p:spPr>
          <a:xfrm>
            <a:off x="12547189" y="7127595"/>
            <a:ext cx="224824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0100</a:t>
            </a:r>
          </a:p>
        </p:txBody>
      </p:sp>
      <p:sp>
        <p:nvSpPr>
          <p:cNvPr id="2472" name="1010"/>
          <p:cNvSpPr txBox="1"/>
          <p:nvPr/>
        </p:nvSpPr>
        <p:spPr>
          <a:xfrm>
            <a:off x="9588563" y="7127595"/>
            <a:ext cx="224824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1010</a:t>
            </a:r>
          </a:p>
        </p:txBody>
      </p:sp>
      <p:sp>
        <p:nvSpPr>
          <p:cNvPr id="2473" name="0101"/>
          <p:cNvSpPr txBox="1"/>
          <p:nvPr/>
        </p:nvSpPr>
        <p:spPr>
          <a:xfrm>
            <a:off x="6629938" y="7127595"/>
            <a:ext cx="224824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0101</a:t>
            </a:r>
          </a:p>
        </p:txBody>
      </p:sp>
      <p:grpSp>
        <p:nvGrpSpPr>
          <p:cNvPr id="2476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474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475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477" name="文本框 14"/>
          <p:cNvSpPr txBox="1"/>
          <p:nvPr/>
        </p:nvSpPr>
        <p:spPr>
          <a:xfrm>
            <a:off x="2110821" y="1106786"/>
            <a:ext cx="6697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十六进制转二进制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9" name="5"/>
          <p:cNvSpPr txBox="1"/>
          <p:nvPr/>
        </p:nvSpPr>
        <p:spPr>
          <a:xfrm>
            <a:off x="7430168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480" name="a"/>
          <p:cNvSpPr txBox="1"/>
          <p:nvPr/>
        </p:nvSpPr>
        <p:spPr>
          <a:xfrm>
            <a:off x="10388793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481" name="4"/>
          <p:cNvSpPr txBox="1"/>
          <p:nvPr/>
        </p:nvSpPr>
        <p:spPr>
          <a:xfrm>
            <a:off x="13347419" y="5155179"/>
            <a:ext cx="64778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482" name="e"/>
          <p:cNvSpPr txBox="1"/>
          <p:nvPr/>
        </p:nvSpPr>
        <p:spPr>
          <a:xfrm>
            <a:off x="16306045" y="5155179"/>
            <a:ext cx="647787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</a:t>
            </a:r>
          </a:p>
        </p:txBody>
      </p:sp>
      <p:sp>
        <p:nvSpPr>
          <p:cNvPr id="2483" name="1110"/>
          <p:cNvSpPr txBox="1"/>
          <p:nvPr/>
        </p:nvSpPr>
        <p:spPr>
          <a:xfrm>
            <a:off x="15505814" y="7127595"/>
            <a:ext cx="2248249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1110</a:t>
            </a:r>
          </a:p>
        </p:txBody>
      </p:sp>
      <p:sp>
        <p:nvSpPr>
          <p:cNvPr id="2484" name="0100"/>
          <p:cNvSpPr txBox="1"/>
          <p:nvPr/>
        </p:nvSpPr>
        <p:spPr>
          <a:xfrm>
            <a:off x="12547189" y="7127595"/>
            <a:ext cx="224824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0100</a:t>
            </a:r>
          </a:p>
        </p:txBody>
      </p:sp>
      <p:sp>
        <p:nvSpPr>
          <p:cNvPr id="2485" name="1010"/>
          <p:cNvSpPr txBox="1"/>
          <p:nvPr/>
        </p:nvSpPr>
        <p:spPr>
          <a:xfrm>
            <a:off x="9588563" y="7127595"/>
            <a:ext cx="224824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1010</a:t>
            </a:r>
          </a:p>
        </p:txBody>
      </p:sp>
      <p:sp>
        <p:nvSpPr>
          <p:cNvPr id="2486" name="0101"/>
          <p:cNvSpPr txBox="1"/>
          <p:nvPr/>
        </p:nvSpPr>
        <p:spPr>
          <a:xfrm>
            <a:off x="6629938" y="7127595"/>
            <a:ext cx="2248248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0101</a:t>
            </a:r>
          </a:p>
        </p:txBody>
      </p:sp>
      <p:sp>
        <p:nvSpPr>
          <p:cNvPr id="2487" name="101101001001110"/>
          <p:cNvSpPr txBox="1"/>
          <p:nvPr/>
        </p:nvSpPr>
        <p:spPr>
          <a:xfrm>
            <a:off x="8133698" y="9100012"/>
            <a:ext cx="8116604" cy="110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101101001001110</a:t>
            </a:r>
          </a:p>
        </p:txBody>
      </p:sp>
      <p:grpSp>
        <p:nvGrpSpPr>
          <p:cNvPr id="2490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48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48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491" name="文本框 14"/>
          <p:cNvSpPr txBox="1"/>
          <p:nvPr/>
        </p:nvSpPr>
        <p:spPr>
          <a:xfrm>
            <a:off x="2110821" y="1106786"/>
            <a:ext cx="6697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十六进制转二进制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3" name="Rounded Rectangle"/>
          <p:cNvSpPr/>
          <p:nvPr/>
        </p:nvSpPr>
        <p:spPr>
          <a:xfrm>
            <a:off x="1201658" y="2895411"/>
            <a:ext cx="13528203" cy="6051056"/>
          </a:xfrm>
          <a:prstGeom prst="roundRect">
            <a:avLst>
              <a:gd name="adj" fmla="val 2689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494" name="Rounded Rectangle"/>
          <p:cNvSpPr/>
          <p:nvPr/>
        </p:nvSpPr>
        <p:spPr>
          <a:xfrm>
            <a:off x="1238373" y="2869034"/>
            <a:ext cx="139883" cy="605105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495" name="#include &lt;stdio.h&gt;…"/>
          <p:cNvSpPr txBox="1"/>
          <p:nvPr/>
        </p:nvSpPr>
        <p:spPr>
          <a:xfrm>
            <a:off x="1773164" y="3126939"/>
            <a:ext cx="12385191" cy="558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#include &lt;stdio.h&gt;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main(int argc, char const *argv[])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int a = 10;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printf("a=%d\n", a);	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0;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2496" name="printf(&quot;a=%d\n&quot;, a);"/>
          <p:cNvSpPr txBox="1"/>
          <p:nvPr/>
        </p:nvSpPr>
        <p:spPr>
          <a:xfrm>
            <a:off x="3213577" y="10553231"/>
            <a:ext cx="9504364" cy="151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8000"/>
            </a:pPr>
            <a:r>
              <a:t> printf("a=</a:t>
            </a:r>
            <a:r>
              <a:rPr>
                <a:solidFill>
                  <a:srgbClr val="FF2600"/>
                </a:solidFill>
              </a:rPr>
              <a:t>%d</a:t>
            </a:r>
            <a:r>
              <a:t>\n", </a:t>
            </a:r>
            <a:r>
              <a:rPr>
                <a:solidFill>
                  <a:srgbClr val="FF2600"/>
                </a:solidFill>
              </a:rPr>
              <a:t>a</a:t>
            </a:r>
            <a:r>
              <a:t>);</a:t>
            </a:r>
          </a:p>
        </p:txBody>
      </p:sp>
      <p:sp>
        <p:nvSpPr>
          <p:cNvPr id="2497" name="Line"/>
          <p:cNvSpPr/>
          <p:nvPr/>
        </p:nvSpPr>
        <p:spPr>
          <a:xfrm>
            <a:off x="8956050" y="9720859"/>
            <a:ext cx="2779820" cy="1"/>
          </a:xfrm>
          <a:prstGeom prst="line">
            <a:avLst/>
          </a:prstGeom>
          <a:ln w="38100">
            <a:solidFill>
              <a:srgbClr val="FF26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98" name="Line"/>
          <p:cNvSpPr/>
          <p:nvPr/>
        </p:nvSpPr>
        <p:spPr>
          <a:xfrm>
            <a:off x="11718177" y="9708904"/>
            <a:ext cx="1" cy="1079501"/>
          </a:xfrm>
          <a:prstGeom prst="line">
            <a:avLst/>
          </a:prstGeom>
          <a:ln w="38100">
            <a:solidFill>
              <a:srgbClr val="FF26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99" name="Line"/>
          <p:cNvSpPr/>
          <p:nvPr/>
        </p:nvSpPr>
        <p:spPr>
          <a:xfrm>
            <a:off x="8931394" y="9708904"/>
            <a:ext cx="1" cy="1079501"/>
          </a:xfrm>
          <a:prstGeom prst="line">
            <a:avLst/>
          </a:prstGeom>
          <a:ln w="38100">
            <a:solidFill>
              <a:srgbClr val="FF26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250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50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50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503" name="文本框 14"/>
          <p:cNvSpPr txBox="1"/>
          <p:nvPr/>
        </p:nvSpPr>
        <p:spPr>
          <a:xfrm>
            <a:off x="2110821" y="1106786"/>
            <a:ext cx="35356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整型：int</a:t>
            </a:r>
          </a:p>
        </p:txBody>
      </p:sp>
      <p:sp>
        <p:nvSpPr>
          <p:cNvPr id="2504" name="Integer"/>
          <p:cNvSpPr txBox="1"/>
          <p:nvPr/>
        </p:nvSpPr>
        <p:spPr>
          <a:xfrm>
            <a:off x="7112024" y="1325226"/>
            <a:ext cx="203195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Integer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6" name="Table 1"/>
          <p:cNvGraphicFramePr/>
          <p:nvPr/>
        </p:nvGraphicFramePr>
        <p:xfrm>
          <a:off x="3920370" y="2948174"/>
          <a:ext cx="16555960" cy="783235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{C7B018BB-80A7-4F77-B60F-C8B233D01FF8}</a:tableStyleId>
              </a:tblPr>
              <a:tblGrid>
                <a:gridCol w="8271630"/>
                <a:gridCol w="8271630"/>
              </a:tblGrid>
              <a:tr h="130327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输出格式通配符（占位符）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意义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30327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％d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十进制整数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30327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%o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八进制整数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30327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%x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十六进制整数，字母小写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30327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%X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十六进制数，字母大写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30327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%u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十进制无符号数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2509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507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508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510" name="文本框 14"/>
          <p:cNvSpPr txBox="1"/>
          <p:nvPr/>
        </p:nvSpPr>
        <p:spPr>
          <a:xfrm>
            <a:off x="2110821" y="1106786"/>
            <a:ext cx="35356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整型：int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12" name="Table 1"/>
          <p:cNvGraphicFramePr/>
          <p:nvPr/>
        </p:nvGraphicFramePr>
        <p:xfrm>
          <a:off x="658336" y="3137651"/>
          <a:ext cx="23080028" cy="923139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{C7B018BB-80A7-4F77-B60F-C8B233D01FF8}</a:tableStyleId>
              </a:tblPr>
              <a:tblGrid>
                <a:gridCol w="7689109"/>
                <a:gridCol w="7689109"/>
                <a:gridCol w="7689109"/>
              </a:tblGrid>
              <a:tr h="102429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数据类型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占内存空间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通配符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02429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short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2字节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％hd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02429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int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4字节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%d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02429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long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Windows为4字节，Linux为4或8字节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%ld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02429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long long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8字节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%lld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02429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unsigned short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2字节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％hu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02429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unsigned int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4字节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％u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02429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unsigned long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Windows为4字节，Linux为4或8字节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%lu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02429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unsigned long long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8字节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％llu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2515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51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51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516" name="文本框 14"/>
          <p:cNvSpPr txBox="1"/>
          <p:nvPr/>
        </p:nvSpPr>
        <p:spPr>
          <a:xfrm>
            <a:off x="2110821" y="1106786"/>
            <a:ext cx="17521556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整型：short、int、long、long long、unsigned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3376" y="3135687"/>
            <a:ext cx="23917248" cy="7444626"/>
          </a:xfrm>
          <a:prstGeom prst="rect">
            <a:avLst/>
          </a:prstGeom>
          <a:ln w="12700">
            <a:miter lim="400000"/>
          </a:ln>
        </p:spPr>
      </p:pic>
      <p:sp>
        <p:nvSpPr>
          <p:cNvPr id="2519" name="1 Byte = 8 bit"/>
          <p:cNvSpPr txBox="1"/>
          <p:nvPr/>
        </p:nvSpPr>
        <p:spPr>
          <a:xfrm>
            <a:off x="10612847" y="1054100"/>
            <a:ext cx="362813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 Byte = 8 bit</a:t>
            </a:r>
          </a:p>
        </p:txBody>
      </p:sp>
      <p:sp>
        <p:nvSpPr>
          <p:cNvPr id="2520" name="10000000"/>
          <p:cNvSpPr txBox="1"/>
          <p:nvPr/>
        </p:nvSpPr>
        <p:spPr>
          <a:xfrm>
            <a:off x="7336539" y="2000928"/>
            <a:ext cx="2828926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>
                <a:solidFill>
                  <a:srgbClr val="FF2600"/>
                </a:solidFill>
              </a:rPr>
              <a:t>1</a:t>
            </a:r>
            <a:r>
              <a:t>0000000</a:t>
            </a:r>
          </a:p>
        </p:txBody>
      </p:sp>
      <p:sp>
        <p:nvSpPr>
          <p:cNvPr id="2521" name="00000000"/>
          <p:cNvSpPr txBox="1"/>
          <p:nvPr/>
        </p:nvSpPr>
        <p:spPr>
          <a:xfrm>
            <a:off x="10225009" y="2000928"/>
            <a:ext cx="290036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00000000</a:t>
            </a:r>
          </a:p>
        </p:txBody>
      </p:sp>
      <p:sp>
        <p:nvSpPr>
          <p:cNvPr id="2522" name="00000000"/>
          <p:cNvSpPr txBox="1"/>
          <p:nvPr/>
        </p:nvSpPr>
        <p:spPr>
          <a:xfrm>
            <a:off x="13184916" y="2000928"/>
            <a:ext cx="290036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00000000</a:t>
            </a:r>
          </a:p>
        </p:txBody>
      </p:sp>
      <p:sp>
        <p:nvSpPr>
          <p:cNvPr id="2523" name="00000000"/>
          <p:cNvSpPr txBox="1"/>
          <p:nvPr/>
        </p:nvSpPr>
        <p:spPr>
          <a:xfrm>
            <a:off x="16144824" y="2000928"/>
            <a:ext cx="290036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00000000</a:t>
            </a:r>
          </a:p>
        </p:txBody>
      </p:sp>
      <p:sp>
        <p:nvSpPr>
          <p:cNvPr id="2524" name="-2^31 ~ 2^31-1"/>
          <p:cNvSpPr txBox="1"/>
          <p:nvPr/>
        </p:nvSpPr>
        <p:spPr>
          <a:xfrm>
            <a:off x="16148584" y="1054100"/>
            <a:ext cx="430232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-2^31 ~ 2^31-1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26" name="Table 1"/>
          <p:cNvGraphicFramePr/>
          <p:nvPr/>
        </p:nvGraphicFramePr>
        <p:xfrm>
          <a:off x="4301843" y="3461950"/>
          <a:ext cx="16240766" cy="762877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{C7B018BB-80A7-4F77-B60F-C8B233D01FF8}</a:tableStyleId>
              </a:tblPr>
              <a:tblGrid>
                <a:gridCol w="8114032"/>
                <a:gridCol w="8114032"/>
              </a:tblGrid>
              <a:tr h="108801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常量示例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对应类型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08801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123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int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08801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123l ，123L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long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08801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123ll， 123LL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long long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08801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123u，123U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unsigned int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08801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123ul，123UL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unsigned long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08801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123ull，123ULL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unsigned long long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2529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527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528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530" name="文本框 14"/>
          <p:cNvSpPr txBox="1"/>
          <p:nvPr/>
        </p:nvSpPr>
        <p:spPr>
          <a:xfrm>
            <a:off x="2110821" y="1106786"/>
            <a:ext cx="50723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整型常量示例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2" name="返回传入参数在内存中占的字节数"/>
          <p:cNvSpPr txBox="1"/>
          <p:nvPr/>
        </p:nvSpPr>
        <p:spPr>
          <a:xfrm>
            <a:off x="1133576" y="2959558"/>
            <a:ext cx="8686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返回传入参数在内存中占的字节数</a:t>
            </a:r>
          </a:p>
        </p:txBody>
      </p:sp>
      <p:sp>
        <p:nvSpPr>
          <p:cNvPr id="2533" name="Rounded Rectangle"/>
          <p:cNvSpPr/>
          <p:nvPr/>
        </p:nvSpPr>
        <p:spPr>
          <a:xfrm>
            <a:off x="1155693" y="4311897"/>
            <a:ext cx="13528203" cy="6870205"/>
          </a:xfrm>
          <a:prstGeom prst="roundRect">
            <a:avLst>
              <a:gd name="adj" fmla="val 2368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534" name="Rounded Rectangle"/>
          <p:cNvSpPr/>
          <p:nvPr/>
        </p:nvSpPr>
        <p:spPr>
          <a:xfrm>
            <a:off x="1192409" y="4285520"/>
            <a:ext cx="139882" cy="6870205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535" name="#include &lt;stdio.h&gt;…"/>
          <p:cNvSpPr txBox="1"/>
          <p:nvPr/>
        </p:nvSpPr>
        <p:spPr>
          <a:xfrm>
            <a:off x="1727200" y="4543424"/>
            <a:ext cx="12385190" cy="6407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#include &lt;stdio.h&gt;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main(int argc, char const *argv[])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int a = 10;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printf("%zu\n", sizeof(a));	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printf("%zu\n", sizeof(int));	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0;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2536" name="％zu：size_t类型数据，无符号数。"/>
          <p:cNvSpPr txBox="1"/>
          <p:nvPr/>
        </p:nvSpPr>
        <p:spPr>
          <a:xfrm>
            <a:off x="977306" y="11645441"/>
            <a:ext cx="9271696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％zu：size_t类型数据，无符号数。</a:t>
            </a:r>
          </a:p>
        </p:txBody>
      </p:sp>
      <p:grpSp>
        <p:nvGrpSpPr>
          <p:cNvPr id="2539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537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538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540" name="文本框 14"/>
          <p:cNvSpPr txBox="1"/>
          <p:nvPr/>
        </p:nvSpPr>
        <p:spPr>
          <a:xfrm>
            <a:off x="2110821" y="1106786"/>
            <a:ext cx="30784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sizeof()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2" name="Table 1"/>
          <p:cNvGraphicFramePr/>
          <p:nvPr/>
        </p:nvGraphicFramePr>
        <p:xfrm>
          <a:off x="1949493" y="7049432"/>
          <a:ext cx="20497714" cy="408499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{C7B018BB-80A7-4F77-B60F-C8B233D01FF8}</a:tableStyleId>
              </a:tblPr>
              <a:tblGrid>
                <a:gridCol w="6828337"/>
                <a:gridCol w="6828337"/>
                <a:gridCol w="6828337"/>
              </a:tblGrid>
              <a:tr h="1357431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数据类型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占内存空间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通配符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357431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float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4字节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％f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1357431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double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8字节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%lf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43" name="C 语言用浮点类型表示小数"/>
          <p:cNvSpPr txBox="1"/>
          <p:nvPr/>
        </p:nvSpPr>
        <p:spPr>
          <a:xfrm>
            <a:off x="1222712" y="2980079"/>
            <a:ext cx="701248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C 语言用浮点类型表示小数</a:t>
            </a:r>
          </a:p>
        </p:txBody>
      </p:sp>
      <p:sp>
        <p:nvSpPr>
          <p:cNvPr id="2544" name="除了普通的小数形式外，还支持科学计数法"/>
          <p:cNvSpPr txBox="1"/>
          <p:nvPr/>
        </p:nvSpPr>
        <p:spPr>
          <a:xfrm>
            <a:off x="1288936" y="5162065"/>
            <a:ext cx="10972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除了普通的小数形式外，还支持科学计数法</a:t>
            </a:r>
          </a:p>
        </p:txBody>
      </p:sp>
      <p:sp>
        <p:nvSpPr>
          <p:cNvPr id="2545" name="float 类型的数值在末尾要加 f 或 F"/>
          <p:cNvSpPr txBox="1"/>
          <p:nvPr/>
        </p:nvSpPr>
        <p:spPr>
          <a:xfrm>
            <a:off x="1222712" y="4071072"/>
            <a:ext cx="872698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float 类型的数值在末尾要加 f 或 F</a:t>
            </a:r>
          </a:p>
        </p:txBody>
      </p:sp>
      <p:grpSp>
        <p:nvGrpSpPr>
          <p:cNvPr id="2548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54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54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549" name="文本框 14"/>
          <p:cNvSpPr txBox="1"/>
          <p:nvPr/>
        </p:nvSpPr>
        <p:spPr>
          <a:xfrm>
            <a:off x="2110821" y="1106786"/>
            <a:ext cx="195376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浮点型（实型） :float（单精度）、double（双精度）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1" name="用单引号括起来的单个字符，用于存储一个单一字符。"/>
          <p:cNvSpPr txBox="1"/>
          <p:nvPr/>
        </p:nvSpPr>
        <p:spPr>
          <a:xfrm>
            <a:off x="1118024" y="2797089"/>
            <a:ext cx="1383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用单引号括起来的单个字符，用于存储一个单一字符。</a:t>
            </a:r>
          </a:p>
        </p:txBody>
      </p:sp>
      <p:graphicFrame>
        <p:nvGraphicFramePr>
          <p:cNvPr id="2552" name="Table 1"/>
          <p:cNvGraphicFramePr/>
          <p:nvPr/>
        </p:nvGraphicFramePr>
        <p:xfrm>
          <a:off x="1269837" y="4347445"/>
          <a:ext cx="14544218" cy="183396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{C7B018BB-80A7-4F77-B60F-C8B233D01FF8}</a:tableStyleId>
              </a:tblPr>
              <a:tblGrid>
                <a:gridCol w="4843839"/>
                <a:gridCol w="4843839"/>
                <a:gridCol w="4843839"/>
              </a:tblGrid>
              <a:tr h="91062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数据类型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占内存空间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通配符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  <a:tr h="91062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char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1字节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500">
                          <a:latin typeface="Lantinghei SC Extralight"/>
                          <a:ea typeface="Lantinghei SC Extralight"/>
                          <a:cs typeface="Lantinghei SC Extralight"/>
                          <a:sym typeface="Lantinghei SC Extralight"/>
                        </a:rPr>
                        <a:t>％c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53" name="字符变量实际上并不是把字符本身存放到变量的内存单元中去，而是将该变量对应的ASCII码值存放到变量的存储单元中。"/>
          <p:cNvSpPr txBox="1"/>
          <p:nvPr/>
        </p:nvSpPr>
        <p:spPr>
          <a:xfrm>
            <a:off x="1061777" y="6830059"/>
            <a:ext cx="22929346" cy="1833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字符变量实际上并不是把字符本身存放到变量的内存单元中去，而是将该变量对应的ASCII码值存放到变量的存储单元中。</a:t>
            </a:r>
          </a:p>
        </p:txBody>
      </p:sp>
      <p:grpSp>
        <p:nvGrpSpPr>
          <p:cNvPr id="2556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554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555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557" name="文本框 14"/>
          <p:cNvSpPr txBox="1"/>
          <p:nvPr/>
        </p:nvSpPr>
        <p:spPr>
          <a:xfrm>
            <a:off x="2110821" y="1106786"/>
            <a:ext cx="5177156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字符型：char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9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11510" t="19900" r="22029" b="8770"/>
          <a:stretch>
            <a:fillRect/>
          </a:stretch>
        </p:blipFill>
        <p:spPr>
          <a:xfrm>
            <a:off x="8147645" y="724296"/>
            <a:ext cx="8088905" cy="1226722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562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56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56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563" name="文本框 14"/>
          <p:cNvSpPr txBox="1"/>
          <p:nvPr/>
        </p:nvSpPr>
        <p:spPr>
          <a:xfrm>
            <a:off x="2110821" y="1106786"/>
            <a:ext cx="34785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ASCII 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95917" y="2323712"/>
            <a:ext cx="15792166" cy="1084657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568" name="组合 10"/>
          <p:cNvGrpSpPr/>
          <p:nvPr/>
        </p:nvGrpSpPr>
        <p:grpSpPr>
          <a:xfrm>
            <a:off x="664783" y="603428"/>
            <a:ext cx="812285" cy="1459277"/>
            <a:chOff x="0" y="0"/>
            <a:chExt cx="812284" cy="1459276"/>
          </a:xfrm>
        </p:grpSpPr>
        <p:sp>
          <p:nvSpPr>
            <p:cNvPr id="256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56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569" name="文本框 14"/>
          <p:cNvSpPr txBox="1"/>
          <p:nvPr/>
        </p:nvSpPr>
        <p:spPr>
          <a:xfrm>
            <a:off x="1536269" y="67012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转义字符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1" name="数据类型"/>
          <p:cNvSpPr txBox="1"/>
          <p:nvPr/>
        </p:nvSpPr>
        <p:spPr>
          <a:xfrm>
            <a:off x="3306510" y="6943587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数据类型</a:t>
            </a:r>
          </a:p>
        </p:txBody>
      </p:sp>
      <p:sp>
        <p:nvSpPr>
          <p:cNvPr id="2572" name="构造类型"/>
          <p:cNvSpPr txBox="1"/>
          <p:nvPr/>
        </p:nvSpPr>
        <p:spPr>
          <a:xfrm>
            <a:off x="7054101" y="6943587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构造类型</a:t>
            </a:r>
          </a:p>
        </p:txBody>
      </p:sp>
      <p:sp>
        <p:nvSpPr>
          <p:cNvPr id="2573" name="数组"/>
          <p:cNvSpPr txBox="1"/>
          <p:nvPr/>
        </p:nvSpPr>
        <p:spPr>
          <a:xfrm>
            <a:off x="11069453" y="5353325"/>
            <a:ext cx="1257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数组</a:t>
            </a:r>
          </a:p>
        </p:txBody>
      </p:sp>
      <p:sp>
        <p:nvSpPr>
          <p:cNvPr id="2574" name="结构体  struct"/>
          <p:cNvSpPr txBox="1"/>
          <p:nvPr/>
        </p:nvSpPr>
        <p:spPr>
          <a:xfrm>
            <a:off x="11069453" y="6413500"/>
            <a:ext cx="4507708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结构体　　struct</a:t>
            </a:r>
          </a:p>
        </p:txBody>
      </p:sp>
      <p:sp>
        <p:nvSpPr>
          <p:cNvPr id="2575" name="联合类型 union"/>
          <p:cNvSpPr txBox="1"/>
          <p:nvPr/>
        </p:nvSpPr>
        <p:spPr>
          <a:xfrm>
            <a:off x="11069453" y="7473674"/>
            <a:ext cx="447645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联合类型　union</a:t>
            </a:r>
          </a:p>
        </p:txBody>
      </p:sp>
      <p:sp>
        <p:nvSpPr>
          <p:cNvPr id="2576" name="枚举类型 enum"/>
          <p:cNvSpPr txBox="1"/>
          <p:nvPr/>
        </p:nvSpPr>
        <p:spPr>
          <a:xfrm>
            <a:off x="11069453" y="8533848"/>
            <a:ext cx="453226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枚举类型　enum</a:t>
            </a:r>
          </a:p>
        </p:txBody>
      </p:sp>
      <p:sp>
        <p:nvSpPr>
          <p:cNvPr id="2577" name="浮点型（实型）"/>
          <p:cNvSpPr txBox="1"/>
          <p:nvPr/>
        </p:nvSpPr>
        <p:spPr>
          <a:xfrm>
            <a:off x="11069453" y="4293152"/>
            <a:ext cx="4114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浮点型（实型）</a:t>
            </a:r>
          </a:p>
        </p:txBody>
      </p:sp>
      <p:sp>
        <p:nvSpPr>
          <p:cNvPr id="2578" name="字符型 char"/>
          <p:cNvSpPr txBox="1"/>
          <p:nvPr/>
        </p:nvSpPr>
        <p:spPr>
          <a:xfrm>
            <a:off x="11069453" y="3232978"/>
            <a:ext cx="361697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字符型　char</a:t>
            </a:r>
          </a:p>
        </p:txBody>
      </p:sp>
      <p:sp>
        <p:nvSpPr>
          <p:cNvPr id="2579" name="整型  int、short、long"/>
          <p:cNvSpPr txBox="1"/>
          <p:nvPr/>
        </p:nvSpPr>
        <p:spPr>
          <a:xfrm>
            <a:off x="11069453" y="2172804"/>
            <a:ext cx="673120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整型　　int、short、long</a:t>
            </a:r>
          </a:p>
        </p:txBody>
      </p:sp>
      <p:sp>
        <p:nvSpPr>
          <p:cNvPr id="2580" name="基本类型"/>
          <p:cNvSpPr txBox="1"/>
          <p:nvPr/>
        </p:nvSpPr>
        <p:spPr>
          <a:xfrm>
            <a:off x="7054101" y="3232978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基本类型</a:t>
            </a:r>
          </a:p>
        </p:txBody>
      </p:sp>
      <p:sp>
        <p:nvSpPr>
          <p:cNvPr id="2581" name="指针类型"/>
          <p:cNvSpPr txBox="1"/>
          <p:nvPr/>
        </p:nvSpPr>
        <p:spPr>
          <a:xfrm>
            <a:off x="7054101" y="10654195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指针类型</a:t>
            </a:r>
          </a:p>
        </p:txBody>
      </p:sp>
      <p:sp>
        <p:nvSpPr>
          <p:cNvPr id="2582" name="Line"/>
          <p:cNvSpPr/>
          <p:nvPr/>
        </p:nvSpPr>
        <p:spPr>
          <a:xfrm>
            <a:off x="5751806" y="7388087"/>
            <a:ext cx="125730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83" name="Line"/>
          <p:cNvSpPr/>
          <p:nvPr/>
        </p:nvSpPr>
        <p:spPr>
          <a:xfrm flipV="1">
            <a:off x="6380456" y="3675038"/>
            <a:ext cx="1" cy="742609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84" name="Line"/>
          <p:cNvSpPr/>
          <p:nvPr/>
        </p:nvSpPr>
        <p:spPr>
          <a:xfrm>
            <a:off x="6372866" y="3677478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85" name="Line"/>
          <p:cNvSpPr/>
          <p:nvPr/>
        </p:nvSpPr>
        <p:spPr>
          <a:xfrm>
            <a:off x="6372866" y="11098695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86" name="Line"/>
          <p:cNvSpPr/>
          <p:nvPr/>
        </p:nvSpPr>
        <p:spPr>
          <a:xfrm>
            <a:off x="9633277" y="3677478"/>
            <a:ext cx="125730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87" name="Line"/>
          <p:cNvSpPr/>
          <p:nvPr/>
        </p:nvSpPr>
        <p:spPr>
          <a:xfrm flipV="1">
            <a:off x="10261928" y="2623466"/>
            <a:ext cx="1" cy="212072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88" name="Line"/>
          <p:cNvSpPr/>
          <p:nvPr/>
        </p:nvSpPr>
        <p:spPr>
          <a:xfrm>
            <a:off x="10254338" y="4737652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89" name="Line"/>
          <p:cNvSpPr/>
          <p:nvPr/>
        </p:nvSpPr>
        <p:spPr>
          <a:xfrm>
            <a:off x="10254338" y="2617304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90" name="Line"/>
          <p:cNvSpPr/>
          <p:nvPr/>
        </p:nvSpPr>
        <p:spPr>
          <a:xfrm>
            <a:off x="9633277" y="7388087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91" name="Line"/>
          <p:cNvSpPr/>
          <p:nvPr/>
        </p:nvSpPr>
        <p:spPr>
          <a:xfrm flipV="1">
            <a:off x="10261927" y="5785125"/>
            <a:ext cx="1" cy="320592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92" name="Line"/>
          <p:cNvSpPr/>
          <p:nvPr/>
        </p:nvSpPr>
        <p:spPr>
          <a:xfrm>
            <a:off x="10254338" y="5797825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93" name="Line"/>
          <p:cNvSpPr/>
          <p:nvPr/>
        </p:nvSpPr>
        <p:spPr>
          <a:xfrm>
            <a:off x="10254338" y="6858000"/>
            <a:ext cx="636241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94" name="Line"/>
          <p:cNvSpPr/>
          <p:nvPr/>
        </p:nvSpPr>
        <p:spPr>
          <a:xfrm>
            <a:off x="10254338" y="7918174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95" name="Line"/>
          <p:cNvSpPr/>
          <p:nvPr/>
        </p:nvSpPr>
        <p:spPr>
          <a:xfrm>
            <a:off x="10254338" y="8978348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96" name="单精度 float"/>
          <p:cNvSpPr txBox="1"/>
          <p:nvPr/>
        </p:nvSpPr>
        <p:spPr>
          <a:xfrm>
            <a:off x="16830975" y="3410778"/>
            <a:ext cx="354553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单精度　float</a:t>
            </a:r>
          </a:p>
        </p:txBody>
      </p:sp>
      <p:sp>
        <p:nvSpPr>
          <p:cNvPr id="2597" name="Line"/>
          <p:cNvSpPr/>
          <p:nvPr/>
        </p:nvSpPr>
        <p:spPr>
          <a:xfrm>
            <a:off x="15363128" y="4737652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98" name="Line"/>
          <p:cNvSpPr/>
          <p:nvPr/>
        </p:nvSpPr>
        <p:spPr>
          <a:xfrm flipV="1">
            <a:off x="16007615" y="3849172"/>
            <a:ext cx="1" cy="177696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99" name="Line"/>
          <p:cNvSpPr/>
          <p:nvPr/>
        </p:nvSpPr>
        <p:spPr>
          <a:xfrm>
            <a:off x="15997966" y="3855278"/>
            <a:ext cx="63624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600" name="Line"/>
          <p:cNvSpPr/>
          <p:nvPr/>
        </p:nvSpPr>
        <p:spPr>
          <a:xfrm>
            <a:off x="15997966" y="5605797"/>
            <a:ext cx="63624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601" name="单精度 double"/>
          <p:cNvSpPr txBox="1"/>
          <p:nvPr/>
        </p:nvSpPr>
        <p:spPr>
          <a:xfrm>
            <a:off x="16830975" y="5161297"/>
            <a:ext cx="424651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单精度　double</a:t>
            </a:r>
          </a:p>
        </p:txBody>
      </p:sp>
      <p:grpSp>
        <p:nvGrpSpPr>
          <p:cNvPr id="2604" name="组合 10"/>
          <p:cNvGrpSpPr/>
          <p:nvPr/>
        </p:nvGrpSpPr>
        <p:grpSpPr>
          <a:xfrm>
            <a:off x="1239335" y="1040087"/>
            <a:ext cx="812286" cy="1459278"/>
            <a:chOff x="0" y="0"/>
            <a:chExt cx="812284" cy="1459276"/>
          </a:xfrm>
        </p:grpSpPr>
        <p:sp>
          <p:nvSpPr>
            <p:cNvPr id="2602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603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605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数据类型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Lantinghei SC Extralight"/>
            <a:ea typeface="Lantinghei SC Extralight"/>
            <a:cs typeface="Lantinghei SC Extralight"/>
            <a:sym typeface="Lantinghei SC Extra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Lantinghei SC Extralight"/>
            <a:ea typeface="Lantinghei SC Extralight"/>
            <a:cs typeface="Lantinghei SC Extralight"/>
            <a:sym typeface="Lantinghei SC Extra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